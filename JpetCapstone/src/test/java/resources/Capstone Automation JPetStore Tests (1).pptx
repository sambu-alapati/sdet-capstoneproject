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Arimo" charset="1" panose="020B0604020202020204"/>
      <p:regular r:id="rId20"/>
    </p:embeddedFont>
    <p:embeddedFont>
      <p:font typeface="Canva Sans Bold" charset="1" panose="020B0803030501040103"/>
      <p:regular r:id="rId21"/>
    </p:embeddedFont>
    <p:embeddedFont>
      <p:font typeface="Arimo Bold" charset="1" panose="020B0704020202020204"/>
      <p:regular r:id="rId22"/>
    </p:embeddedFont>
    <p:embeddedFont>
      <p:font typeface="Canva Sans Bold Italics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3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24" Type="http://schemas.openxmlformats.org/officeDocument/2006/relationships/customXml" Target="../customXml/item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70264" y="-4332921"/>
            <a:ext cx="18952841" cy="189528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430" y="6430"/>
              <a:ext cx="799941" cy="799941"/>
            </a:xfrm>
            <a:custGeom>
              <a:avLst/>
              <a:gdLst/>
              <a:ahLst/>
              <a:cxnLst/>
              <a:rect r="r" b="b" t="t" l="l"/>
              <a:pathLst>
                <a:path h="799941" w="799941">
                  <a:moveTo>
                    <a:pt x="410946" y="4546"/>
                  </a:moveTo>
                  <a:lnTo>
                    <a:pt x="795394" y="388994"/>
                  </a:lnTo>
                  <a:cubicBezTo>
                    <a:pt x="801456" y="395056"/>
                    <a:pt x="801456" y="404884"/>
                    <a:pt x="795394" y="410946"/>
                  </a:cubicBezTo>
                  <a:lnTo>
                    <a:pt x="410946" y="795394"/>
                  </a:lnTo>
                  <a:cubicBezTo>
                    <a:pt x="404884" y="801456"/>
                    <a:pt x="395056" y="801456"/>
                    <a:pt x="388994" y="795394"/>
                  </a:cubicBezTo>
                  <a:lnTo>
                    <a:pt x="4546" y="410946"/>
                  </a:lnTo>
                  <a:cubicBezTo>
                    <a:pt x="-1516" y="404884"/>
                    <a:pt x="-1516" y="395056"/>
                    <a:pt x="4546" y="388994"/>
                  </a:cubicBezTo>
                  <a:lnTo>
                    <a:pt x="388994" y="4546"/>
                  </a:lnTo>
                  <a:cubicBezTo>
                    <a:pt x="395056" y="-1516"/>
                    <a:pt x="404884" y="-1516"/>
                    <a:pt x="410946" y="454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65221" y="6635115"/>
            <a:ext cx="7303770" cy="73037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684" y="16684"/>
              <a:ext cx="779431" cy="779431"/>
            </a:xfrm>
            <a:custGeom>
              <a:avLst/>
              <a:gdLst/>
              <a:ahLst/>
              <a:cxnLst/>
              <a:rect r="r" b="b" t="t" l="l"/>
              <a:pathLst>
                <a:path h="779431" w="779431">
                  <a:moveTo>
                    <a:pt x="418198" y="11798"/>
                  </a:moveTo>
                  <a:lnTo>
                    <a:pt x="767634" y="361234"/>
                  </a:lnTo>
                  <a:cubicBezTo>
                    <a:pt x="783364" y="376964"/>
                    <a:pt x="783364" y="402468"/>
                    <a:pt x="767634" y="418198"/>
                  </a:cubicBezTo>
                  <a:lnTo>
                    <a:pt x="418198" y="767634"/>
                  </a:lnTo>
                  <a:cubicBezTo>
                    <a:pt x="402468" y="783364"/>
                    <a:pt x="376964" y="783364"/>
                    <a:pt x="361234" y="767634"/>
                  </a:cubicBezTo>
                  <a:lnTo>
                    <a:pt x="11798" y="418198"/>
                  </a:lnTo>
                  <a:cubicBezTo>
                    <a:pt x="-3932" y="402468"/>
                    <a:pt x="-3932" y="376964"/>
                    <a:pt x="11798" y="361234"/>
                  </a:cubicBezTo>
                  <a:lnTo>
                    <a:pt x="361234" y="11798"/>
                  </a:lnTo>
                  <a:cubicBezTo>
                    <a:pt x="376964" y="-3932"/>
                    <a:pt x="402468" y="-3932"/>
                    <a:pt x="418198" y="1179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94662" y="5606415"/>
            <a:ext cx="7303770" cy="73037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684" y="16684"/>
              <a:ext cx="779431" cy="779431"/>
            </a:xfrm>
            <a:custGeom>
              <a:avLst/>
              <a:gdLst/>
              <a:ahLst/>
              <a:cxnLst/>
              <a:rect r="r" b="b" t="t" l="l"/>
              <a:pathLst>
                <a:path h="779431" w="779431">
                  <a:moveTo>
                    <a:pt x="418198" y="11798"/>
                  </a:moveTo>
                  <a:lnTo>
                    <a:pt x="767634" y="361234"/>
                  </a:lnTo>
                  <a:cubicBezTo>
                    <a:pt x="783364" y="376964"/>
                    <a:pt x="783364" y="402468"/>
                    <a:pt x="767634" y="418198"/>
                  </a:cubicBezTo>
                  <a:lnTo>
                    <a:pt x="418198" y="767634"/>
                  </a:lnTo>
                  <a:cubicBezTo>
                    <a:pt x="402468" y="783364"/>
                    <a:pt x="376964" y="783364"/>
                    <a:pt x="361234" y="767634"/>
                  </a:cubicBezTo>
                  <a:lnTo>
                    <a:pt x="11798" y="418198"/>
                  </a:lnTo>
                  <a:cubicBezTo>
                    <a:pt x="-3932" y="402468"/>
                    <a:pt x="-3932" y="376964"/>
                    <a:pt x="11798" y="361234"/>
                  </a:cubicBezTo>
                  <a:lnTo>
                    <a:pt x="361234" y="11798"/>
                  </a:lnTo>
                  <a:cubicBezTo>
                    <a:pt x="376964" y="-3932"/>
                    <a:pt x="402468" y="-3932"/>
                    <a:pt x="418198" y="1179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94662" y="-2623185"/>
            <a:ext cx="7303770" cy="73037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684" y="16684"/>
              <a:ext cx="779431" cy="779431"/>
            </a:xfrm>
            <a:custGeom>
              <a:avLst/>
              <a:gdLst/>
              <a:ahLst/>
              <a:cxnLst/>
              <a:rect r="r" b="b" t="t" l="l"/>
              <a:pathLst>
                <a:path h="779431" w="779431">
                  <a:moveTo>
                    <a:pt x="418198" y="11798"/>
                  </a:moveTo>
                  <a:lnTo>
                    <a:pt x="767634" y="361234"/>
                  </a:lnTo>
                  <a:cubicBezTo>
                    <a:pt x="783364" y="376964"/>
                    <a:pt x="783364" y="402468"/>
                    <a:pt x="767634" y="418198"/>
                  </a:cubicBezTo>
                  <a:lnTo>
                    <a:pt x="418198" y="767634"/>
                  </a:lnTo>
                  <a:cubicBezTo>
                    <a:pt x="402468" y="783364"/>
                    <a:pt x="376964" y="783364"/>
                    <a:pt x="361234" y="767634"/>
                  </a:cubicBezTo>
                  <a:lnTo>
                    <a:pt x="11798" y="418198"/>
                  </a:lnTo>
                  <a:cubicBezTo>
                    <a:pt x="-3932" y="402468"/>
                    <a:pt x="-3932" y="376964"/>
                    <a:pt x="11798" y="361234"/>
                  </a:cubicBezTo>
                  <a:lnTo>
                    <a:pt x="361234" y="11798"/>
                  </a:lnTo>
                  <a:cubicBezTo>
                    <a:pt x="376964" y="-3932"/>
                    <a:pt x="402468" y="-3932"/>
                    <a:pt x="418198" y="1179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62490" y="1054849"/>
            <a:ext cx="8229600" cy="82296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04" y="7404"/>
              <a:ext cx="797993" cy="797993"/>
            </a:xfrm>
            <a:custGeom>
              <a:avLst/>
              <a:gdLst/>
              <a:ahLst/>
              <a:cxnLst/>
              <a:rect r="r" b="b" t="t" l="l"/>
              <a:pathLst>
                <a:path h="797993" w="797993">
                  <a:moveTo>
                    <a:pt x="411635" y="5235"/>
                  </a:moveTo>
                  <a:lnTo>
                    <a:pt x="792757" y="386357"/>
                  </a:lnTo>
                  <a:cubicBezTo>
                    <a:pt x="799737" y="393337"/>
                    <a:pt x="799737" y="404655"/>
                    <a:pt x="792757" y="411635"/>
                  </a:cubicBezTo>
                  <a:lnTo>
                    <a:pt x="411635" y="792757"/>
                  </a:lnTo>
                  <a:cubicBezTo>
                    <a:pt x="404655" y="799737"/>
                    <a:pt x="393337" y="799737"/>
                    <a:pt x="386357" y="792757"/>
                  </a:cubicBezTo>
                  <a:lnTo>
                    <a:pt x="5235" y="411635"/>
                  </a:lnTo>
                  <a:cubicBezTo>
                    <a:pt x="-1745" y="404655"/>
                    <a:pt x="-1745" y="393337"/>
                    <a:pt x="5235" y="386357"/>
                  </a:cubicBezTo>
                  <a:lnTo>
                    <a:pt x="386357" y="5235"/>
                  </a:lnTo>
                  <a:cubicBezTo>
                    <a:pt x="393337" y="-1745"/>
                    <a:pt x="404655" y="-1745"/>
                    <a:pt x="411635" y="5235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56922" y="675152"/>
            <a:ext cx="8936696" cy="89366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665" y="4665"/>
              <a:ext cx="803470" cy="803470"/>
            </a:xfrm>
            <a:custGeom>
              <a:avLst/>
              <a:gdLst/>
              <a:ahLst/>
              <a:cxnLst/>
              <a:rect r="r" b="b" t="t" l="l"/>
              <a:pathLst>
                <a:path h="803470" w="803470">
                  <a:moveTo>
                    <a:pt x="409698" y="3298"/>
                  </a:moveTo>
                  <a:lnTo>
                    <a:pt x="800172" y="393772"/>
                  </a:lnTo>
                  <a:cubicBezTo>
                    <a:pt x="804570" y="398170"/>
                    <a:pt x="804570" y="405300"/>
                    <a:pt x="800172" y="409698"/>
                  </a:cubicBezTo>
                  <a:lnTo>
                    <a:pt x="409698" y="800172"/>
                  </a:lnTo>
                  <a:cubicBezTo>
                    <a:pt x="405300" y="804570"/>
                    <a:pt x="398170" y="804570"/>
                    <a:pt x="393772" y="800172"/>
                  </a:cubicBezTo>
                  <a:lnTo>
                    <a:pt x="3298" y="409698"/>
                  </a:lnTo>
                  <a:cubicBezTo>
                    <a:pt x="-1100" y="405300"/>
                    <a:pt x="-1100" y="398170"/>
                    <a:pt x="3298" y="393772"/>
                  </a:cubicBezTo>
                  <a:lnTo>
                    <a:pt x="393772" y="3298"/>
                  </a:lnTo>
                  <a:cubicBezTo>
                    <a:pt x="398170" y="-1100"/>
                    <a:pt x="405300" y="-1100"/>
                    <a:pt x="409698" y="3298"/>
                  </a:cubicBezTo>
                  <a:close/>
                </a:path>
              </a:pathLst>
            </a:custGeom>
            <a:blipFill>
              <a:blip r:embed="rId2"/>
              <a:stretch>
                <a:fillRect l="-70345" t="-10305" r="-63680" b="-1160"/>
              </a:stretch>
            </a:blipFill>
            <a:ln w="3810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965221" y="-3651885"/>
            <a:ext cx="7303770" cy="730377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684" y="16684"/>
              <a:ext cx="779431" cy="779431"/>
            </a:xfrm>
            <a:custGeom>
              <a:avLst/>
              <a:gdLst/>
              <a:ahLst/>
              <a:cxnLst/>
              <a:rect r="r" b="b" t="t" l="l"/>
              <a:pathLst>
                <a:path h="779431" w="779431">
                  <a:moveTo>
                    <a:pt x="418198" y="11798"/>
                  </a:moveTo>
                  <a:lnTo>
                    <a:pt x="767634" y="361234"/>
                  </a:lnTo>
                  <a:cubicBezTo>
                    <a:pt x="783364" y="376964"/>
                    <a:pt x="783364" y="402468"/>
                    <a:pt x="767634" y="418198"/>
                  </a:cubicBezTo>
                  <a:lnTo>
                    <a:pt x="418198" y="767634"/>
                  </a:lnTo>
                  <a:cubicBezTo>
                    <a:pt x="402468" y="783364"/>
                    <a:pt x="376964" y="783364"/>
                    <a:pt x="361234" y="767634"/>
                  </a:cubicBezTo>
                  <a:lnTo>
                    <a:pt x="11798" y="418198"/>
                  </a:lnTo>
                  <a:cubicBezTo>
                    <a:pt x="-3932" y="402468"/>
                    <a:pt x="-3932" y="376964"/>
                    <a:pt x="11798" y="361234"/>
                  </a:cubicBezTo>
                  <a:lnTo>
                    <a:pt x="361234" y="11798"/>
                  </a:lnTo>
                  <a:cubicBezTo>
                    <a:pt x="376964" y="-3932"/>
                    <a:pt x="402468" y="-3932"/>
                    <a:pt x="418198" y="1179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56922" y="7560248"/>
            <a:ext cx="5720368" cy="572036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0651" y="10651"/>
              <a:ext cx="791497" cy="791497"/>
            </a:xfrm>
            <a:custGeom>
              <a:avLst/>
              <a:gdLst/>
              <a:ahLst/>
              <a:cxnLst/>
              <a:rect r="r" b="b" t="t" l="l"/>
              <a:pathLst>
                <a:path h="791497" w="791497">
                  <a:moveTo>
                    <a:pt x="413932" y="7532"/>
                  </a:moveTo>
                  <a:lnTo>
                    <a:pt x="783966" y="377566"/>
                  </a:lnTo>
                  <a:cubicBezTo>
                    <a:pt x="788788" y="382389"/>
                    <a:pt x="791498" y="388929"/>
                    <a:pt x="791498" y="395749"/>
                  </a:cubicBezTo>
                  <a:cubicBezTo>
                    <a:pt x="791498" y="402569"/>
                    <a:pt x="788788" y="409110"/>
                    <a:pt x="783966" y="413932"/>
                  </a:cubicBezTo>
                  <a:lnTo>
                    <a:pt x="413932" y="783966"/>
                  </a:lnTo>
                  <a:cubicBezTo>
                    <a:pt x="409110" y="788788"/>
                    <a:pt x="402569" y="791498"/>
                    <a:pt x="395749" y="791498"/>
                  </a:cubicBezTo>
                  <a:cubicBezTo>
                    <a:pt x="388929" y="791498"/>
                    <a:pt x="382389" y="788788"/>
                    <a:pt x="377566" y="783966"/>
                  </a:cubicBezTo>
                  <a:lnTo>
                    <a:pt x="7532" y="413932"/>
                  </a:lnTo>
                  <a:cubicBezTo>
                    <a:pt x="2709" y="409110"/>
                    <a:pt x="0" y="402569"/>
                    <a:pt x="0" y="395749"/>
                  </a:cubicBezTo>
                  <a:cubicBezTo>
                    <a:pt x="0" y="388929"/>
                    <a:pt x="2709" y="382389"/>
                    <a:pt x="7532" y="377566"/>
                  </a:cubicBezTo>
                  <a:lnTo>
                    <a:pt x="377566" y="7532"/>
                  </a:lnTo>
                  <a:cubicBezTo>
                    <a:pt x="382389" y="2709"/>
                    <a:pt x="388929" y="0"/>
                    <a:pt x="395749" y="0"/>
                  </a:cubicBezTo>
                  <a:cubicBezTo>
                    <a:pt x="402569" y="0"/>
                    <a:pt x="409110" y="2709"/>
                    <a:pt x="413932" y="753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630941" y="6662213"/>
            <a:ext cx="5192174" cy="51921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1735" y="11735"/>
              <a:ext cx="789330" cy="789330"/>
            </a:xfrm>
            <a:custGeom>
              <a:avLst/>
              <a:gdLst/>
              <a:ahLst/>
              <a:cxnLst/>
              <a:rect r="r" b="b" t="t" l="l"/>
              <a:pathLst>
                <a:path h="789330" w="789330">
                  <a:moveTo>
                    <a:pt x="414698" y="8298"/>
                  </a:moveTo>
                  <a:lnTo>
                    <a:pt x="781032" y="374632"/>
                  </a:lnTo>
                  <a:cubicBezTo>
                    <a:pt x="786345" y="379945"/>
                    <a:pt x="789330" y="387151"/>
                    <a:pt x="789330" y="394665"/>
                  </a:cubicBezTo>
                  <a:cubicBezTo>
                    <a:pt x="789330" y="402179"/>
                    <a:pt x="786345" y="409385"/>
                    <a:pt x="781032" y="414698"/>
                  </a:cubicBezTo>
                  <a:lnTo>
                    <a:pt x="414698" y="781032"/>
                  </a:lnTo>
                  <a:cubicBezTo>
                    <a:pt x="409385" y="786345"/>
                    <a:pt x="402179" y="789330"/>
                    <a:pt x="394665" y="789330"/>
                  </a:cubicBezTo>
                  <a:cubicBezTo>
                    <a:pt x="387151" y="789330"/>
                    <a:pt x="379945" y="786345"/>
                    <a:pt x="374632" y="781032"/>
                  </a:cubicBezTo>
                  <a:lnTo>
                    <a:pt x="8298" y="414698"/>
                  </a:lnTo>
                  <a:cubicBezTo>
                    <a:pt x="2985" y="409385"/>
                    <a:pt x="0" y="402179"/>
                    <a:pt x="0" y="394665"/>
                  </a:cubicBezTo>
                  <a:cubicBezTo>
                    <a:pt x="0" y="387151"/>
                    <a:pt x="2985" y="379945"/>
                    <a:pt x="8298" y="374632"/>
                  </a:cubicBezTo>
                  <a:lnTo>
                    <a:pt x="374632" y="8298"/>
                  </a:lnTo>
                  <a:cubicBezTo>
                    <a:pt x="379945" y="2985"/>
                    <a:pt x="387151" y="0"/>
                    <a:pt x="394665" y="0"/>
                  </a:cubicBezTo>
                  <a:cubicBezTo>
                    <a:pt x="402179" y="0"/>
                    <a:pt x="409385" y="2985"/>
                    <a:pt x="414698" y="8298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630941" y="-1567387"/>
            <a:ext cx="5192174" cy="519217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1735" y="11735"/>
              <a:ext cx="789330" cy="789330"/>
            </a:xfrm>
            <a:custGeom>
              <a:avLst/>
              <a:gdLst/>
              <a:ahLst/>
              <a:cxnLst/>
              <a:rect r="r" b="b" t="t" l="l"/>
              <a:pathLst>
                <a:path h="789330" w="789330">
                  <a:moveTo>
                    <a:pt x="414698" y="8298"/>
                  </a:moveTo>
                  <a:lnTo>
                    <a:pt x="781032" y="374632"/>
                  </a:lnTo>
                  <a:cubicBezTo>
                    <a:pt x="786345" y="379945"/>
                    <a:pt x="789330" y="387151"/>
                    <a:pt x="789330" y="394665"/>
                  </a:cubicBezTo>
                  <a:cubicBezTo>
                    <a:pt x="789330" y="402179"/>
                    <a:pt x="786345" y="409385"/>
                    <a:pt x="781032" y="414698"/>
                  </a:cubicBezTo>
                  <a:lnTo>
                    <a:pt x="414698" y="781032"/>
                  </a:lnTo>
                  <a:cubicBezTo>
                    <a:pt x="409385" y="786345"/>
                    <a:pt x="402179" y="789330"/>
                    <a:pt x="394665" y="789330"/>
                  </a:cubicBezTo>
                  <a:cubicBezTo>
                    <a:pt x="387151" y="789330"/>
                    <a:pt x="379945" y="786345"/>
                    <a:pt x="374632" y="781032"/>
                  </a:cubicBezTo>
                  <a:lnTo>
                    <a:pt x="8298" y="414698"/>
                  </a:lnTo>
                  <a:cubicBezTo>
                    <a:pt x="2985" y="409385"/>
                    <a:pt x="0" y="402179"/>
                    <a:pt x="0" y="394665"/>
                  </a:cubicBezTo>
                  <a:cubicBezTo>
                    <a:pt x="0" y="387151"/>
                    <a:pt x="2985" y="379945"/>
                    <a:pt x="8298" y="374632"/>
                  </a:cubicBezTo>
                  <a:lnTo>
                    <a:pt x="374632" y="8298"/>
                  </a:lnTo>
                  <a:cubicBezTo>
                    <a:pt x="379945" y="2985"/>
                    <a:pt x="387151" y="0"/>
                    <a:pt x="394665" y="0"/>
                  </a:cubicBezTo>
                  <a:cubicBezTo>
                    <a:pt x="402179" y="0"/>
                    <a:pt x="409385" y="2985"/>
                    <a:pt x="414698" y="8298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56922" y="-2939199"/>
            <a:ext cx="5720368" cy="572036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651" y="10651"/>
              <a:ext cx="791497" cy="791497"/>
            </a:xfrm>
            <a:custGeom>
              <a:avLst/>
              <a:gdLst/>
              <a:ahLst/>
              <a:cxnLst/>
              <a:rect r="r" b="b" t="t" l="l"/>
              <a:pathLst>
                <a:path h="791497" w="791497">
                  <a:moveTo>
                    <a:pt x="413932" y="7532"/>
                  </a:moveTo>
                  <a:lnTo>
                    <a:pt x="783966" y="377566"/>
                  </a:lnTo>
                  <a:cubicBezTo>
                    <a:pt x="788788" y="382389"/>
                    <a:pt x="791498" y="388929"/>
                    <a:pt x="791498" y="395749"/>
                  </a:cubicBezTo>
                  <a:cubicBezTo>
                    <a:pt x="791498" y="402569"/>
                    <a:pt x="788788" y="409110"/>
                    <a:pt x="783966" y="413932"/>
                  </a:cubicBezTo>
                  <a:lnTo>
                    <a:pt x="413932" y="783966"/>
                  </a:lnTo>
                  <a:cubicBezTo>
                    <a:pt x="409110" y="788788"/>
                    <a:pt x="402569" y="791498"/>
                    <a:pt x="395749" y="791498"/>
                  </a:cubicBezTo>
                  <a:cubicBezTo>
                    <a:pt x="388929" y="791498"/>
                    <a:pt x="382389" y="788788"/>
                    <a:pt x="377566" y="783966"/>
                  </a:cubicBezTo>
                  <a:lnTo>
                    <a:pt x="7532" y="413932"/>
                  </a:lnTo>
                  <a:cubicBezTo>
                    <a:pt x="2709" y="409110"/>
                    <a:pt x="0" y="402569"/>
                    <a:pt x="0" y="395749"/>
                  </a:cubicBezTo>
                  <a:cubicBezTo>
                    <a:pt x="0" y="388929"/>
                    <a:pt x="2709" y="382389"/>
                    <a:pt x="7532" y="377566"/>
                  </a:cubicBezTo>
                  <a:lnTo>
                    <a:pt x="377566" y="7532"/>
                  </a:lnTo>
                  <a:cubicBezTo>
                    <a:pt x="382389" y="2709"/>
                    <a:pt x="388929" y="0"/>
                    <a:pt x="395749" y="0"/>
                  </a:cubicBezTo>
                  <a:cubicBezTo>
                    <a:pt x="402569" y="0"/>
                    <a:pt x="409110" y="2709"/>
                    <a:pt x="413932" y="753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5009" y="1502336"/>
            <a:ext cx="8558935" cy="230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2"/>
              </a:lnSpc>
            </a:pPr>
            <a:r>
              <a:rPr lang="en-US" b="true" sz="54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CAPSTONE AUTOMATION TESTING FOR JPETSTORE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009" y="3914377"/>
            <a:ext cx="7657286" cy="76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9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Professional Overview of Our Automation Approach and Results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5009" y="6054726"/>
            <a:ext cx="2924175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09184" y="6711315"/>
            <a:ext cx="6150765" cy="306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Mallarapu Koushik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Pulime Venkata Sriiram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Shabber Shaik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Chakkapalli Nagasai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Mohith Uppala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Undavalli Kumar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Sambasivarao Alapati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4338" y="1550517"/>
            <a:ext cx="9114624" cy="135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6"/>
              </a:lnSpc>
            </a:pPr>
            <a:r>
              <a:rPr lang="en-US" b="true" sz="49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THE CAPSTONE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4338" y="6648743"/>
            <a:ext cx="7069004" cy="200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1"/>
              </a:lnSpc>
            </a:pPr>
            <a:r>
              <a:rPr lang="en-US" sz="21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Key Objectives:</a:t>
            </a:r>
          </a:p>
          <a:p>
            <a:pPr algn="l" marL="0" indent="0" lvl="0">
              <a:lnSpc>
                <a:spcPts val="2661"/>
              </a:lnSpc>
            </a:pPr>
            <a:r>
              <a:rPr lang="en-US" sz="21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Improve testing efficiency through automated script execution</a:t>
            </a:r>
          </a:p>
          <a:p>
            <a:pPr algn="l" marL="0" indent="0" lvl="0">
              <a:lnSpc>
                <a:spcPts val="2661"/>
              </a:lnSpc>
            </a:pPr>
            <a:r>
              <a:rPr lang="en-US" sz="21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Enhance reliability with consistent, repeatable test runs</a:t>
            </a:r>
          </a:p>
          <a:p>
            <a:pPr algn="l" marL="0" indent="0" lvl="0">
              <a:lnSpc>
                <a:spcPts val="2661"/>
              </a:lnSpc>
            </a:pPr>
            <a:r>
              <a:rPr lang="en-US" sz="21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Expand test coverage across all critical JPetStore workflows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54240" y="6269276"/>
            <a:ext cx="8453343" cy="84533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415" y="14415"/>
              <a:ext cx="783969" cy="783969"/>
            </a:xfrm>
            <a:custGeom>
              <a:avLst/>
              <a:gdLst/>
              <a:ahLst/>
              <a:cxnLst/>
              <a:rect r="r" b="b" t="t" l="l"/>
              <a:pathLst>
                <a:path h="783969" w="783969">
                  <a:moveTo>
                    <a:pt x="416594" y="10194"/>
                  </a:moveTo>
                  <a:lnTo>
                    <a:pt x="773776" y="367376"/>
                  </a:lnTo>
                  <a:cubicBezTo>
                    <a:pt x="780303" y="373903"/>
                    <a:pt x="783970" y="382755"/>
                    <a:pt x="783970" y="391985"/>
                  </a:cubicBezTo>
                  <a:cubicBezTo>
                    <a:pt x="783970" y="401215"/>
                    <a:pt x="780303" y="410067"/>
                    <a:pt x="773776" y="416594"/>
                  </a:cubicBezTo>
                  <a:lnTo>
                    <a:pt x="416594" y="773776"/>
                  </a:lnTo>
                  <a:cubicBezTo>
                    <a:pt x="410067" y="780303"/>
                    <a:pt x="401215" y="783970"/>
                    <a:pt x="391985" y="783970"/>
                  </a:cubicBezTo>
                  <a:cubicBezTo>
                    <a:pt x="382755" y="783970"/>
                    <a:pt x="373903" y="780303"/>
                    <a:pt x="367376" y="773776"/>
                  </a:cubicBezTo>
                  <a:lnTo>
                    <a:pt x="10194" y="416594"/>
                  </a:lnTo>
                  <a:cubicBezTo>
                    <a:pt x="3667" y="410067"/>
                    <a:pt x="0" y="401215"/>
                    <a:pt x="0" y="391985"/>
                  </a:cubicBezTo>
                  <a:cubicBezTo>
                    <a:pt x="0" y="382755"/>
                    <a:pt x="3667" y="373903"/>
                    <a:pt x="10194" y="367376"/>
                  </a:cubicBezTo>
                  <a:lnTo>
                    <a:pt x="367376" y="10194"/>
                  </a:lnTo>
                  <a:cubicBezTo>
                    <a:pt x="373903" y="3667"/>
                    <a:pt x="382755" y="0"/>
                    <a:pt x="391985" y="0"/>
                  </a:cubicBezTo>
                  <a:cubicBezTo>
                    <a:pt x="401215" y="0"/>
                    <a:pt x="410067" y="3667"/>
                    <a:pt x="416594" y="1019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85961" y="-3026139"/>
            <a:ext cx="5452200" cy="54522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2350" y="22350"/>
              <a:ext cx="768099" cy="768099"/>
            </a:xfrm>
            <a:custGeom>
              <a:avLst/>
              <a:gdLst/>
              <a:ahLst/>
              <a:cxnLst/>
              <a:rect r="r" b="b" t="t" l="l"/>
              <a:pathLst>
                <a:path h="768099" w="768099">
                  <a:moveTo>
                    <a:pt x="422204" y="15804"/>
                  </a:moveTo>
                  <a:lnTo>
                    <a:pt x="752296" y="345896"/>
                  </a:lnTo>
                  <a:cubicBezTo>
                    <a:pt x="762415" y="356015"/>
                    <a:pt x="768100" y="369739"/>
                    <a:pt x="768100" y="384050"/>
                  </a:cubicBezTo>
                  <a:cubicBezTo>
                    <a:pt x="768100" y="398361"/>
                    <a:pt x="762415" y="412085"/>
                    <a:pt x="752296" y="422204"/>
                  </a:cubicBezTo>
                  <a:lnTo>
                    <a:pt x="422204" y="752296"/>
                  </a:lnTo>
                  <a:cubicBezTo>
                    <a:pt x="412085" y="762415"/>
                    <a:pt x="398361" y="768100"/>
                    <a:pt x="384050" y="768100"/>
                  </a:cubicBezTo>
                  <a:cubicBezTo>
                    <a:pt x="369739" y="768100"/>
                    <a:pt x="356015" y="762415"/>
                    <a:pt x="345896" y="752296"/>
                  </a:cubicBezTo>
                  <a:lnTo>
                    <a:pt x="15804" y="422204"/>
                  </a:lnTo>
                  <a:cubicBezTo>
                    <a:pt x="5685" y="412085"/>
                    <a:pt x="0" y="398361"/>
                    <a:pt x="0" y="384050"/>
                  </a:cubicBezTo>
                  <a:cubicBezTo>
                    <a:pt x="0" y="369739"/>
                    <a:pt x="5685" y="356015"/>
                    <a:pt x="15804" y="345896"/>
                  </a:cubicBezTo>
                  <a:lnTo>
                    <a:pt x="345896" y="15804"/>
                  </a:lnTo>
                  <a:cubicBezTo>
                    <a:pt x="356015" y="5685"/>
                    <a:pt x="369739" y="0"/>
                    <a:pt x="384050" y="0"/>
                  </a:cubicBezTo>
                  <a:cubicBezTo>
                    <a:pt x="398361" y="0"/>
                    <a:pt x="412085" y="5685"/>
                    <a:pt x="422204" y="1580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114772" y="4881025"/>
            <a:ext cx="6627579" cy="66275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8387" y="18387"/>
              <a:ext cx="776027" cy="776027"/>
            </a:xfrm>
            <a:custGeom>
              <a:avLst/>
              <a:gdLst/>
              <a:ahLst/>
              <a:cxnLst/>
              <a:rect r="r" b="b" t="t" l="l"/>
              <a:pathLst>
                <a:path h="776027" w="776027">
                  <a:moveTo>
                    <a:pt x="419401" y="13001"/>
                  </a:moveTo>
                  <a:lnTo>
                    <a:pt x="763025" y="356625"/>
                  </a:lnTo>
                  <a:cubicBezTo>
                    <a:pt x="771350" y="364950"/>
                    <a:pt x="776026" y="376240"/>
                    <a:pt x="776026" y="388013"/>
                  </a:cubicBezTo>
                  <a:cubicBezTo>
                    <a:pt x="776026" y="399786"/>
                    <a:pt x="771350" y="411076"/>
                    <a:pt x="763025" y="419401"/>
                  </a:cubicBezTo>
                  <a:lnTo>
                    <a:pt x="419401" y="763025"/>
                  </a:lnTo>
                  <a:cubicBezTo>
                    <a:pt x="411076" y="771350"/>
                    <a:pt x="399786" y="776026"/>
                    <a:pt x="388013" y="776026"/>
                  </a:cubicBezTo>
                  <a:cubicBezTo>
                    <a:pt x="376240" y="776026"/>
                    <a:pt x="364950" y="771350"/>
                    <a:pt x="356625" y="763025"/>
                  </a:cubicBezTo>
                  <a:lnTo>
                    <a:pt x="13001" y="419401"/>
                  </a:lnTo>
                  <a:cubicBezTo>
                    <a:pt x="4676" y="411076"/>
                    <a:pt x="0" y="399786"/>
                    <a:pt x="0" y="388013"/>
                  </a:cubicBezTo>
                  <a:cubicBezTo>
                    <a:pt x="0" y="376240"/>
                    <a:pt x="4676" y="364950"/>
                    <a:pt x="13001" y="356625"/>
                  </a:cubicBezTo>
                  <a:lnTo>
                    <a:pt x="356625" y="13001"/>
                  </a:lnTo>
                  <a:cubicBezTo>
                    <a:pt x="364950" y="4676"/>
                    <a:pt x="376240" y="0"/>
                    <a:pt x="388013" y="0"/>
                  </a:cubicBezTo>
                  <a:cubicBezTo>
                    <a:pt x="399786" y="0"/>
                    <a:pt x="411076" y="4676"/>
                    <a:pt x="419401" y="1300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25780" y="7140699"/>
            <a:ext cx="6710262" cy="67102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080" y="9080"/>
              <a:ext cx="794640" cy="794640"/>
            </a:xfrm>
            <a:custGeom>
              <a:avLst/>
              <a:gdLst/>
              <a:ahLst/>
              <a:cxnLst/>
              <a:rect r="r" b="b" t="t" l="l"/>
              <a:pathLst>
                <a:path h="794640" w="794640">
                  <a:moveTo>
                    <a:pt x="412821" y="6421"/>
                  </a:moveTo>
                  <a:lnTo>
                    <a:pt x="788219" y="381819"/>
                  </a:lnTo>
                  <a:cubicBezTo>
                    <a:pt x="792330" y="385930"/>
                    <a:pt x="794640" y="391506"/>
                    <a:pt x="794640" y="397320"/>
                  </a:cubicBezTo>
                  <a:cubicBezTo>
                    <a:pt x="794640" y="403134"/>
                    <a:pt x="792330" y="408710"/>
                    <a:pt x="788219" y="412821"/>
                  </a:cubicBezTo>
                  <a:lnTo>
                    <a:pt x="412821" y="788219"/>
                  </a:lnTo>
                  <a:cubicBezTo>
                    <a:pt x="408710" y="792330"/>
                    <a:pt x="403134" y="794640"/>
                    <a:pt x="397320" y="794640"/>
                  </a:cubicBezTo>
                  <a:cubicBezTo>
                    <a:pt x="391506" y="794640"/>
                    <a:pt x="385930" y="792330"/>
                    <a:pt x="381819" y="788219"/>
                  </a:cubicBezTo>
                  <a:lnTo>
                    <a:pt x="6421" y="412821"/>
                  </a:lnTo>
                  <a:cubicBezTo>
                    <a:pt x="2310" y="408710"/>
                    <a:pt x="0" y="403134"/>
                    <a:pt x="0" y="397320"/>
                  </a:cubicBezTo>
                  <a:cubicBezTo>
                    <a:pt x="0" y="391506"/>
                    <a:pt x="2310" y="385930"/>
                    <a:pt x="6421" y="381819"/>
                  </a:cubicBezTo>
                  <a:lnTo>
                    <a:pt x="381819" y="6421"/>
                  </a:lnTo>
                  <a:cubicBezTo>
                    <a:pt x="385930" y="2310"/>
                    <a:pt x="391506" y="0"/>
                    <a:pt x="397320" y="0"/>
                  </a:cubicBezTo>
                  <a:cubicBezTo>
                    <a:pt x="403134" y="0"/>
                    <a:pt x="408710" y="2310"/>
                    <a:pt x="412821" y="6421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48084" y="-2604654"/>
            <a:ext cx="4327956" cy="432795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4078" y="14078"/>
              <a:ext cx="784644" cy="784644"/>
            </a:xfrm>
            <a:custGeom>
              <a:avLst/>
              <a:gdLst/>
              <a:ahLst/>
              <a:cxnLst/>
              <a:rect r="r" b="b" t="t" l="l"/>
              <a:pathLst>
                <a:path h="784644" w="784644">
                  <a:moveTo>
                    <a:pt x="416355" y="9955"/>
                  </a:moveTo>
                  <a:lnTo>
                    <a:pt x="774689" y="368289"/>
                  </a:lnTo>
                  <a:cubicBezTo>
                    <a:pt x="781063" y="374663"/>
                    <a:pt x="784644" y="383308"/>
                    <a:pt x="784644" y="392322"/>
                  </a:cubicBezTo>
                  <a:cubicBezTo>
                    <a:pt x="784644" y="401336"/>
                    <a:pt x="781063" y="409981"/>
                    <a:pt x="774689" y="416355"/>
                  </a:cubicBezTo>
                  <a:lnTo>
                    <a:pt x="416355" y="774689"/>
                  </a:lnTo>
                  <a:cubicBezTo>
                    <a:pt x="409981" y="781063"/>
                    <a:pt x="401336" y="784644"/>
                    <a:pt x="392322" y="784644"/>
                  </a:cubicBezTo>
                  <a:cubicBezTo>
                    <a:pt x="383308" y="784644"/>
                    <a:pt x="374663" y="781063"/>
                    <a:pt x="368289" y="774689"/>
                  </a:cubicBezTo>
                  <a:lnTo>
                    <a:pt x="9955" y="416355"/>
                  </a:lnTo>
                  <a:cubicBezTo>
                    <a:pt x="3581" y="409981"/>
                    <a:pt x="0" y="401336"/>
                    <a:pt x="0" y="392322"/>
                  </a:cubicBezTo>
                  <a:cubicBezTo>
                    <a:pt x="0" y="383308"/>
                    <a:pt x="3581" y="374663"/>
                    <a:pt x="9955" y="368289"/>
                  </a:cubicBezTo>
                  <a:lnTo>
                    <a:pt x="368289" y="9955"/>
                  </a:lnTo>
                  <a:cubicBezTo>
                    <a:pt x="374663" y="3581"/>
                    <a:pt x="383308" y="0"/>
                    <a:pt x="392322" y="0"/>
                  </a:cubicBezTo>
                  <a:cubicBezTo>
                    <a:pt x="401336" y="0"/>
                    <a:pt x="409981" y="3581"/>
                    <a:pt x="416355" y="9955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798076" y="5564237"/>
            <a:ext cx="5260971" cy="526097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924" y="7924"/>
              <a:ext cx="796952" cy="796952"/>
            </a:xfrm>
            <a:custGeom>
              <a:avLst/>
              <a:gdLst/>
              <a:ahLst/>
              <a:cxnLst/>
              <a:rect r="r" b="b" t="t" l="l"/>
              <a:pathLst>
                <a:path h="796952" w="796952">
                  <a:moveTo>
                    <a:pt x="412003" y="5603"/>
                  </a:moveTo>
                  <a:lnTo>
                    <a:pt x="791349" y="384949"/>
                  </a:lnTo>
                  <a:cubicBezTo>
                    <a:pt x="798820" y="392420"/>
                    <a:pt x="798820" y="404532"/>
                    <a:pt x="791349" y="412003"/>
                  </a:cubicBezTo>
                  <a:lnTo>
                    <a:pt x="412003" y="791349"/>
                  </a:lnTo>
                  <a:cubicBezTo>
                    <a:pt x="404532" y="798820"/>
                    <a:pt x="392420" y="798820"/>
                    <a:pt x="384949" y="791349"/>
                  </a:cubicBezTo>
                  <a:lnTo>
                    <a:pt x="5603" y="412003"/>
                  </a:lnTo>
                  <a:cubicBezTo>
                    <a:pt x="-1868" y="404532"/>
                    <a:pt x="-1868" y="392420"/>
                    <a:pt x="5603" y="384949"/>
                  </a:cubicBezTo>
                  <a:lnTo>
                    <a:pt x="384949" y="5603"/>
                  </a:lnTo>
                  <a:cubicBezTo>
                    <a:pt x="392420" y="-1868"/>
                    <a:pt x="404532" y="-1868"/>
                    <a:pt x="412003" y="56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86714" y="9091140"/>
            <a:ext cx="2109924" cy="759573"/>
          </a:xfrm>
          <a:custGeom>
            <a:avLst/>
            <a:gdLst/>
            <a:ahLst/>
            <a:cxnLst/>
            <a:rect r="r" b="b" t="t" l="l"/>
            <a:pathLst>
              <a:path h="759573" w="2109924">
                <a:moveTo>
                  <a:pt x="0" y="0"/>
                </a:moveTo>
                <a:lnTo>
                  <a:pt x="2109924" y="0"/>
                </a:lnTo>
                <a:lnTo>
                  <a:pt x="2109924" y="759572"/>
                </a:lnTo>
                <a:lnTo>
                  <a:pt x="0" y="75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18422" y="3617776"/>
            <a:ext cx="9315234" cy="4411987"/>
          </a:xfrm>
          <a:custGeom>
            <a:avLst/>
            <a:gdLst/>
            <a:ahLst/>
            <a:cxnLst/>
            <a:rect r="r" b="b" t="t" l="l"/>
            <a:pathLst>
              <a:path h="4411987" w="9315234">
                <a:moveTo>
                  <a:pt x="0" y="0"/>
                </a:moveTo>
                <a:lnTo>
                  <a:pt x="9315234" y="0"/>
                </a:lnTo>
                <a:lnTo>
                  <a:pt x="9315234" y="4411987"/>
                </a:lnTo>
                <a:lnTo>
                  <a:pt x="0" y="4411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89" b="-316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4464156"/>
            <a:ext cx="7069004" cy="176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</a:pPr>
            <a:r>
              <a:rPr lang="en-US" sz="22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capstone project focuses on automation testing for JPetStore, a realistic e-commerce demo application. Our goal is to move beyond manual testing by building a robust, scalable automation framework that improves efficiency, reliability, and overall test coverage.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4338" y="3551101"/>
            <a:ext cx="5967525" cy="40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</a:pPr>
            <a:r>
              <a:rPr lang="en-US" b="true" sz="22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Project Goals and Objectives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9466" y="1095375"/>
            <a:ext cx="9812595" cy="127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63"/>
              </a:lnSpc>
            </a:pPr>
            <a:r>
              <a:rPr lang="en-US" b="true" sz="468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JPETSTORE DEMO APPLICATION AND ITS SIGNIFICANCE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98962" y="2106474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404" y="7404"/>
              <a:ext cx="797993" cy="797993"/>
            </a:xfrm>
            <a:custGeom>
              <a:avLst/>
              <a:gdLst/>
              <a:ahLst/>
              <a:cxnLst/>
              <a:rect r="r" b="b" t="t" l="l"/>
              <a:pathLst>
                <a:path h="797993" w="797993">
                  <a:moveTo>
                    <a:pt x="411635" y="5235"/>
                  </a:moveTo>
                  <a:lnTo>
                    <a:pt x="792757" y="386357"/>
                  </a:lnTo>
                  <a:cubicBezTo>
                    <a:pt x="799737" y="393337"/>
                    <a:pt x="799737" y="404655"/>
                    <a:pt x="792757" y="411635"/>
                  </a:cubicBezTo>
                  <a:lnTo>
                    <a:pt x="411635" y="792757"/>
                  </a:lnTo>
                  <a:cubicBezTo>
                    <a:pt x="404655" y="799737"/>
                    <a:pt x="393337" y="799737"/>
                    <a:pt x="386357" y="792757"/>
                  </a:cubicBezTo>
                  <a:lnTo>
                    <a:pt x="5235" y="411635"/>
                  </a:lnTo>
                  <a:cubicBezTo>
                    <a:pt x="-1745" y="404655"/>
                    <a:pt x="-1745" y="393337"/>
                    <a:pt x="5235" y="386357"/>
                  </a:cubicBezTo>
                  <a:lnTo>
                    <a:pt x="386357" y="5235"/>
                  </a:lnTo>
                  <a:cubicBezTo>
                    <a:pt x="393337" y="-1745"/>
                    <a:pt x="404655" y="-1745"/>
                    <a:pt x="411635" y="5235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12062" y="2793424"/>
            <a:ext cx="6803401" cy="680340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128" y="6128"/>
              <a:ext cx="800545" cy="800545"/>
            </a:xfrm>
            <a:custGeom>
              <a:avLst/>
              <a:gdLst/>
              <a:ahLst/>
              <a:cxnLst/>
              <a:rect r="r" b="b" t="t" l="l"/>
              <a:pathLst>
                <a:path h="800545" w="800545">
                  <a:moveTo>
                    <a:pt x="410732" y="4332"/>
                  </a:moveTo>
                  <a:lnTo>
                    <a:pt x="796212" y="389812"/>
                  </a:lnTo>
                  <a:cubicBezTo>
                    <a:pt x="798986" y="392586"/>
                    <a:pt x="800544" y="396349"/>
                    <a:pt x="800544" y="400272"/>
                  </a:cubicBezTo>
                  <a:cubicBezTo>
                    <a:pt x="800544" y="404195"/>
                    <a:pt x="798986" y="407958"/>
                    <a:pt x="796212" y="410732"/>
                  </a:cubicBezTo>
                  <a:lnTo>
                    <a:pt x="410732" y="796212"/>
                  </a:lnTo>
                  <a:cubicBezTo>
                    <a:pt x="407958" y="798986"/>
                    <a:pt x="404195" y="800544"/>
                    <a:pt x="400272" y="800544"/>
                  </a:cubicBezTo>
                  <a:cubicBezTo>
                    <a:pt x="396349" y="800544"/>
                    <a:pt x="392586" y="798986"/>
                    <a:pt x="389812" y="796212"/>
                  </a:cubicBezTo>
                  <a:lnTo>
                    <a:pt x="4332" y="410732"/>
                  </a:lnTo>
                  <a:cubicBezTo>
                    <a:pt x="1558" y="407958"/>
                    <a:pt x="0" y="404195"/>
                    <a:pt x="0" y="400272"/>
                  </a:cubicBezTo>
                  <a:cubicBezTo>
                    <a:pt x="0" y="396349"/>
                    <a:pt x="1558" y="392586"/>
                    <a:pt x="4332" y="389812"/>
                  </a:cubicBezTo>
                  <a:lnTo>
                    <a:pt x="389812" y="4332"/>
                  </a:lnTo>
                  <a:cubicBezTo>
                    <a:pt x="392586" y="1558"/>
                    <a:pt x="396349" y="0"/>
                    <a:pt x="400272" y="0"/>
                  </a:cubicBezTo>
                  <a:cubicBezTo>
                    <a:pt x="404195" y="0"/>
                    <a:pt x="407958" y="1558"/>
                    <a:pt x="410732" y="4332"/>
                  </a:cubicBezTo>
                  <a:close/>
                </a:path>
              </a:pathLst>
            </a:custGeom>
            <a:blipFill>
              <a:blip r:embed="rId2"/>
              <a:stretch>
                <a:fillRect l="-765" t="-765" r="-765" b="-765"/>
              </a:stretch>
            </a:blipFill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897300" y="6954738"/>
            <a:ext cx="6781401" cy="67814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97300" y="-1259805"/>
            <a:ext cx="6781401" cy="67814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96463" y="7653807"/>
            <a:ext cx="5383075" cy="538307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96463" y="-560736"/>
            <a:ext cx="5383075" cy="53830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8474451"/>
            <a:ext cx="7670379" cy="138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2"/>
              </a:lnSpc>
            </a:pPr>
            <a:r>
              <a:rPr lang="en-US" sz="21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Its open-source nature and well-structured pages allow teams to apply frameworks like Selenium and BDD Cucumber, building reusable and maintainable test suites with measurable coverage.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9466" y="3879738"/>
            <a:ext cx="5247210" cy="3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71"/>
              </a:lnSpc>
            </a:pPr>
            <a:r>
              <a:rPr lang="en-US" b="true" sz="226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Virtual Pet Store E-Commerce Demo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9466" y="5842290"/>
            <a:ext cx="4319510" cy="3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71"/>
              </a:lnSpc>
            </a:pPr>
            <a:r>
              <a:rPr lang="en-US" b="true" sz="226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Realistic UI and Workflows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9466" y="7769995"/>
            <a:ext cx="5247210" cy="39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71"/>
              </a:lnSpc>
            </a:pPr>
            <a:r>
              <a:rPr lang="en-US" b="true" sz="226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Significance for Automation Practice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9466" y="4478050"/>
            <a:ext cx="7320173" cy="104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2"/>
              </a:lnSpc>
            </a:pPr>
            <a:r>
              <a:rPr lang="en-US" sz="21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JPetStore simulates a fully functional online pet store with product categories, user accounts, shopping cart, and order workflows — mirroring real-world web applications.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2662" y="2331154"/>
            <a:ext cx="7961338" cy="61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27"/>
              </a:lnSpc>
            </a:pPr>
            <a:r>
              <a:rPr lang="en-US" sz="18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JPetStore is a virtual pet store e-commerce demo application that serves as an ideal platform for practicing and validating automation testing strategies.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6441970"/>
            <a:ext cx="7508735" cy="104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2"/>
              </a:lnSpc>
            </a:pPr>
            <a:r>
              <a:rPr lang="en-US" sz="21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application provides authentic UI interactions including navigation, form submissions, and dynamic content, making it an excellent candidate for end-to-end automation scenarios.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6488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9246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4" y="0"/>
                </a:lnTo>
                <a:lnTo>
                  <a:pt x="711114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09982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60719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32761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7484685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1235422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2927038" y="-180737"/>
            <a:ext cx="5472316" cy="54723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134" y="11134"/>
              <a:ext cx="790532" cy="790532"/>
            </a:xfrm>
            <a:custGeom>
              <a:avLst/>
              <a:gdLst/>
              <a:ahLst/>
              <a:cxnLst/>
              <a:rect r="r" b="b" t="t" l="l"/>
              <a:pathLst>
                <a:path h="790532" w="790532">
                  <a:moveTo>
                    <a:pt x="414273" y="7873"/>
                  </a:moveTo>
                  <a:lnTo>
                    <a:pt x="782659" y="376259"/>
                  </a:lnTo>
                  <a:cubicBezTo>
                    <a:pt x="793156" y="386756"/>
                    <a:pt x="793156" y="403776"/>
                    <a:pt x="782659" y="414273"/>
                  </a:cubicBezTo>
                  <a:lnTo>
                    <a:pt x="414273" y="782659"/>
                  </a:lnTo>
                  <a:cubicBezTo>
                    <a:pt x="403776" y="793156"/>
                    <a:pt x="386756" y="793156"/>
                    <a:pt x="376259" y="782659"/>
                  </a:cubicBezTo>
                  <a:lnTo>
                    <a:pt x="7873" y="414273"/>
                  </a:lnTo>
                  <a:cubicBezTo>
                    <a:pt x="-2624" y="403776"/>
                    <a:pt x="-2624" y="386756"/>
                    <a:pt x="7873" y="376259"/>
                  </a:cubicBezTo>
                  <a:lnTo>
                    <a:pt x="376259" y="7873"/>
                  </a:lnTo>
                  <a:cubicBezTo>
                    <a:pt x="386756" y="-2624"/>
                    <a:pt x="403776" y="-2624"/>
                    <a:pt x="414273" y="787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01217" y="276054"/>
            <a:ext cx="4523958" cy="45239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215" y="9215"/>
              <a:ext cx="794370" cy="794370"/>
            </a:xfrm>
            <a:custGeom>
              <a:avLst/>
              <a:gdLst/>
              <a:ahLst/>
              <a:cxnLst/>
              <a:rect r="r" b="b" t="t" l="l"/>
              <a:pathLst>
                <a:path h="794370" w="794370">
                  <a:moveTo>
                    <a:pt x="412916" y="6516"/>
                  </a:moveTo>
                  <a:lnTo>
                    <a:pt x="787854" y="381454"/>
                  </a:lnTo>
                  <a:cubicBezTo>
                    <a:pt x="796542" y="390142"/>
                    <a:pt x="796542" y="404228"/>
                    <a:pt x="787854" y="412916"/>
                  </a:cubicBezTo>
                  <a:lnTo>
                    <a:pt x="412916" y="787854"/>
                  </a:lnTo>
                  <a:cubicBezTo>
                    <a:pt x="404228" y="796542"/>
                    <a:pt x="390142" y="796542"/>
                    <a:pt x="381454" y="787854"/>
                  </a:cubicBezTo>
                  <a:lnTo>
                    <a:pt x="6516" y="412916"/>
                  </a:lnTo>
                  <a:cubicBezTo>
                    <a:pt x="-2172" y="404228"/>
                    <a:pt x="-2172" y="390142"/>
                    <a:pt x="6516" y="381454"/>
                  </a:cubicBezTo>
                  <a:lnTo>
                    <a:pt x="381454" y="6516"/>
                  </a:lnTo>
                  <a:cubicBezTo>
                    <a:pt x="390142" y="-2172"/>
                    <a:pt x="404228" y="-2172"/>
                    <a:pt x="412916" y="6516"/>
                  </a:cubicBezTo>
                  <a:close/>
                </a:path>
              </a:pathLst>
            </a:custGeom>
            <a:blipFill>
              <a:blip r:embed="rId4"/>
              <a:stretch>
                <a:fillRect l="-1160" t="-1160" r="-1160" b="-1160"/>
              </a:stretch>
            </a:blipFill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75415" y="-2568125"/>
            <a:ext cx="4587884" cy="45878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6561" y="26561"/>
              <a:ext cx="759678" cy="759678"/>
            </a:xfrm>
            <a:custGeom>
              <a:avLst/>
              <a:gdLst/>
              <a:ahLst/>
              <a:cxnLst/>
              <a:rect r="r" b="b" t="t" l="l"/>
              <a:pathLst>
                <a:path h="759678" w="759678">
                  <a:moveTo>
                    <a:pt x="425181" y="18781"/>
                  </a:moveTo>
                  <a:lnTo>
                    <a:pt x="740897" y="334497"/>
                  </a:lnTo>
                  <a:cubicBezTo>
                    <a:pt x="765938" y="359538"/>
                    <a:pt x="765938" y="400140"/>
                    <a:pt x="740897" y="425181"/>
                  </a:cubicBezTo>
                  <a:lnTo>
                    <a:pt x="425181" y="740897"/>
                  </a:lnTo>
                  <a:cubicBezTo>
                    <a:pt x="400140" y="765938"/>
                    <a:pt x="359538" y="765938"/>
                    <a:pt x="334497" y="740897"/>
                  </a:cubicBezTo>
                  <a:lnTo>
                    <a:pt x="18781" y="425181"/>
                  </a:lnTo>
                  <a:cubicBezTo>
                    <a:pt x="-6260" y="400140"/>
                    <a:pt x="-6260" y="359538"/>
                    <a:pt x="18781" y="334497"/>
                  </a:cubicBezTo>
                  <a:lnTo>
                    <a:pt x="334497" y="18781"/>
                  </a:lnTo>
                  <a:cubicBezTo>
                    <a:pt x="359538" y="-6260"/>
                    <a:pt x="400140" y="-6260"/>
                    <a:pt x="425181" y="1878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9770" y="2997637"/>
            <a:ext cx="4587884" cy="45878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6561" y="26561"/>
              <a:ext cx="759678" cy="759678"/>
            </a:xfrm>
            <a:custGeom>
              <a:avLst/>
              <a:gdLst/>
              <a:ahLst/>
              <a:cxnLst/>
              <a:rect r="r" b="b" t="t" l="l"/>
              <a:pathLst>
                <a:path h="759678" w="759678">
                  <a:moveTo>
                    <a:pt x="425181" y="18781"/>
                  </a:moveTo>
                  <a:lnTo>
                    <a:pt x="740897" y="334497"/>
                  </a:lnTo>
                  <a:cubicBezTo>
                    <a:pt x="765938" y="359538"/>
                    <a:pt x="765938" y="400140"/>
                    <a:pt x="740897" y="425181"/>
                  </a:cubicBezTo>
                  <a:lnTo>
                    <a:pt x="425181" y="740897"/>
                  </a:lnTo>
                  <a:cubicBezTo>
                    <a:pt x="400140" y="765938"/>
                    <a:pt x="359538" y="765938"/>
                    <a:pt x="334497" y="740897"/>
                  </a:cubicBezTo>
                  <a:lnTo>
                    <a:pt x="18781" y="425181"/>
                  </a:lnTo>
                  <a:cubicBezTo>
                    <a:pt x="-6260" y="400140"/>
                    <a:pt x="-6260" y="359538"/>
                    <a:pt x="18781" y="334497"/>
                  </a:cubicBezTo>
                  <a:lnTo>
                    <a:pt x="334497" y="18781"/>
                  </a:lnTo>
                  <a:cubicBezTo>
                    <a:pt x="359538" y="-6260"/>
                    <a:pt x="400140" y="-6260"/>
                    <a:pt x="425181" y="1878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48426" y="-2213457"/>
            <a:ext cx="3641861" cy="36418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730" y="16730"/>
              <a:ext cx="779339" cy="779339"/>
            </a:xfrm>
            <a:custGeom>
              <a:avLst/>
              <a:gdLst/>
              <a:ahLst/>
              <a:cxnLst/>
              <a:rect r="r" b="b" t="t" l="l"/>
              <a:pathLst>
                <a:path h="779339" w="779339">
                  <a:moveTo>
                    <a:pt x="418230" y="11830"/>
                  </a:moveTo>
                  <a:lnTo>
                    <a:pt x="767510" y="361110"/>
                  </a:lnTo>
                  <a:cubicBezTo>
                    <a:pt x="775084" y="368684"/>
                    <a:pt x="779340" y="378958"/>
                    <a:pt x="779340" y="389670"/>
                  </a:cubicBezTo>
                  <a:cubicBezTo>
                    <a:pt x="779340" y="400382"/>
                    <a:pt x="775084" y="410656"/>
                    <a:pt x="767510" y="418230"/>
                  </a:cubicBezTo>
                  <a:lnTo>
                    <a:pt x="418230" y="767510"/>
                  </a:lnTo>
                  <a:cubicBezTo>
                    <a:pt x="410656" y="775084"/>
                    <a:pt x="400382" y="779340"/>
                    <a:pt x="389670" y="779340"/>
                  </a:cubicBezTo>
                  <a:cubicBezTo>
                    <a:pt x="378958" y="779340"/>
                    <a:pt x="368684" y="775084"/>
                    <a:pt x="361110" y="767510"/>
                  </a:cubicBezTo>
                  <a:lnTo>
                    <a:pt x="11830" y="418230"/>
                  </a:lnTo>
                  <a:cubicBezTo>
                    <a:pt x="4256" y="410656"/>
                    <a:pt x="0" y="400382"/>
                    <a:pt x="0" y="389670"/>
                  </a:cubicBezTo>
                  <a:cubicBezTo>
                    <a:pt x="0" y="378958"/>
                    <a:pt x="4256" y="368684"/>
                    <a:pt x="11830" y="361110"/>
                  </a:cubicBezTo>
                  <a:lnTo>
                    <a:pt x="361110" y="11830"/>
                  </a:lnTo>
                  <a:cubicBezTo>
                    <a:pt x="368684" y="4256"/>
                    <a:pt x="378958" y="0"/>
                    <a:pt x="389670" y="0"/>
                  </a:cubicBezTo>
                  <a:cubicBezTo>
                    <a:pt x="400382" y="0"/>
                    <a:pt x="410656" y="4256"/>
                    <a:pt x="418230" y="1183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692781" y="3470648"/>
            <a:ext cx="3641861" cy="364186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730" y="16730"/>
              <a:ext cx="779339" cy="779339"/>
            </a:xfrm>
            <a:custGeom>
              <a:avLst/>
              <a:gdLst/>
              <a:ahLst/>
              <a:cxnLst/>
              <a:rect r="r" b="b" t="t" l="l"/>
              <a:pathLst>
                <a:path h="779339" w="779339">
                  <a:moveTo>
                    <a:pt x="418230" y="11830"/>
                  </a:moveTo>
                  <a:lnTo>
                    <a:pt x="767510" y="361110"/>
                  </a:lnTo>
                  <a:cubicBezTo>
                    <a:pt x="775084" y="368684"/>
                    <a:pt x="779340" y="378958"/>
                    <a:pt x="779340" y="389670"/>
                  </a:cubicBezTo>
                  <a:cubicBezTo>
                    <a:pt x="779340" y="400382"/>
                    <a:pt x="775084" y="410656"/>
                    <a:pt x="767510" y="418230"/>
                  </a:cubicBezTo>
                  <a:lnTo>
                    <a:pt x="418230" y="767510"/>
                  </a:lnTo>
                  <a:cubicBezTo>
                    <a:pt x="410656" y="775084"/>
                    <a:pt x="400382" y="779340"/>
                    <a:pt x="389670" y="779340"/>
                  </a:cubicBezTo>
                  <a:cubicBezTo>
                    <a:pt x="378958" y="779340"/>
                    <a:pt x="368684" y="775084"/>
                    <a:pt x="361110" y="767510"/>
                  </a:cubicBezTo>
                  <a:lnTo>
                    <a:pt x="11830" y="418230"/>
                  </a:lnTo>
                  <a:cubicBezTo>
                    <a:pt x="4256" y="410656"/>
                    <a:pt x="0" y="400382"/>
                    <a:pt x="0" y="389670"/>
                  </a:cubicBezTo>
                  <a:cubicBezTo>
                    <a:pt x="0" y="378958"/>
                    <a:pt x="4256" y="368684"/>
                    <a:pt x="11830" y="361110"/>
                  </a:cubicBezTo>
                  <a:lnTo>
                    <a:pt x="361110" y="11830"/>
                  </a:lnTo>
                  <a:cubicBezTo>
                    <a:pt x="368684" y="4256"/>
                    <a:pt x="378958" y="0"/>
                    <a:pt x="389670" y="0"/>
                  </a:cubicBezTo>
                  <a:cubicBezTo>
                    <a:pt x="400382" y="0"/>
                    <a:pt x="410656" y="4256"/>
                    <a:pt x="418230" y="1183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86714" y="2622096"/>
            <a:ext cx="5492166" cy="199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3"/>
              </a:lnSpc>
            </a:pPr>
            <a:r>
              <a:rPr lang="en-US" b="true" sz="49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AUTOMATION JOURNEY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6714" y="6243116"/>
            <a:ext cx="3150662" cy="6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Manual Testing Challenges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39472" y="6243116"/>
            <a:ext cx="3150662" cy="3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Framework Selection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18620" y="6243116"/>
            <a:ext cx="2693839" cy="3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Script Development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9357" y="6243116"/>
            <a:ext cx="2693839" cy="6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 Runs &amp; Validation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3447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Faced slow, error-prone manual tests with limited coverage and high repetition costs across JPetStore workflows.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80283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Evaluated and adopted Selenium WebDriver with TestNG and Maven for a scalable, maintainable automation stack.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01428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Built modular test scripts using Page Object Model, covering login, search, cart, and checkout scenarios.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22574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Executed full regression runs, captured results via Extent Reports, and iterated to improve stability and coverage.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86714" y="9091140"/>
            <a:ext cx="2109924" cy="759573"/>
          </a:xfrm>
          <a:custGeom>
            <a:avLst/>
            <a:gdLst/>
            <a:ahLst/>
            <a:cxnLst/>
            <a:rect r="r" b="b" t="t" l="l"/>
            <a:pathLst>
              <a:path h="759573" w="2109924">
                <a:moveTo>
                  <a:pt x="0" y="0"/>
                </a:moveTo>
                <a:lnTo>
                  <a:pt x="2109924" y="0"/>
                </a:lnTo>
                <a:lnTo>
                  <a:pt x="2109924" y="759572"/>
                </a:lnTo>
                <a:lnTo>
                  <a:pt x="0" y="75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06639" y="-27189"/>
            <a:ext cx="13698317" cy="136983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896" y="8896"/>
              <a:ext cx="795008" cy="795008"/>
            </a:xfrm>
            <a:custGeom>
              <a:avLst/>
              <a:gdLst/>
              <a:ahLst/>
              <a:cxnLst/>
              <a:rect r="r" b="b" t="t" l="l"/>
              <a:pathLst>
                <a:path h="795008" w="795008">
                  <a:moveTo>
                    <a:pt x="412690" y="6290"/>
                  </a:moveTo>
                  <a:lnTo>
                    <a:pt x="788718" y="382318"/>
                  </a:lnTo>
                  <a:cubicBezTo>
                    <a:pt x="792745" y="386345"/>
                    <a:pt x="795008" y="391808"/>
                    <a:pt x="795008" y="397504"/>
                  </a:cubicBezTo>
                  <a:cubicBezTo>
                    <a:pt x="795008" y="403200"/>
                    <a:pt x="792745" y="408663"/>
                    <a:pt x="788718" y="412690"/>
                  </a:cubicBezTo>
                  <a:lnTo>
                    <a:pt x="412690" y="788718"/>
                  </a:lnTo>
                  <a:cubicBezTo>
                    <a:pt x="408663" y="792745"/>
                    <a:pt x="403200" y="795008"/>
                    <a:pt x="397504" y="795008"/>
                  </a:cubicBezTo>
                  <a:cubicBezTo>
                    <a:pt x="391808" y="795008"/>
                    <a:pt x="386345" y="792745"/>
                    <a:pt x="382318" y="788718"/>
                  </a:cubicBezTo>
                  <a:lnTo>
                    <a:pt x="6290" y="412690"/>
                  </a:lnTo>
                  <a:cubicBezTo>
                    <a:pt x="2263" y="408663"/>
                    <a:pt x="0" y="403200"/>
                    <a:pt x="0" y="397504"/>
                  </a:cubicBezTo>
                  <a:cubicBezTo>
                    <a:pt x="0" y="391808"/>
                    <a:pt x="2263" y="386345"/>
                    <a:pt x="6290" y="382318"/>
                  </a:cubicBezTo>
                  <a:lnTo>
                    <a:pt x="382318" y="6290"/>
                  </a:lnTo>
                  <a:cubicBezTo>
                    <a:pt x="386345" y="2263"/>
                    <a:pt x="391808" y="0"/>
                    <a:pt x="397504" y="0"/>
                  </a:cubicBezTo>
                  <a:cubicBezTo>
                    <a:pt x="403200" y="0"/>
                    <a:pt x="408663" y="2263"/>
                    <a:pt x="412690" y="62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8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74692" y="4632878"/>
            <a:ext cx="5011811" cy="1021244"/>
            <a:chOff x="0" y="0"/>
            <a:chExt cx="199442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4692" y="6311347"/>
            <a:ext cx="5011811" cy="1021244"/>
            <a:chOff x="0" y="0"/>
            <a:chExt cx="199442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82331" y="-27189"/>
            <a:ext cx="13698317" cy="136983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494" y="18494"/>
              <a:ext cx="775812" cy="775812"/>
            </a:xfrm>
            <a:custGeom>
              <a:avLst/>
              <a:gdLst/>
              <a:ahLst/>
              <a:cxnLst/>
              <a:rect r="r" b="b" t="t" l="l"/>
              <a:pathLst>
                <a:path h="775812" w="775812">
                  <a:moveTo>
                    <a:pt x="419477" y="13077"/>
                  </a:moveTo>
                  <a:lnTo>
                    <a:pt x="762735" y="356335"/>
                  </a:lnTo>
                  <a:cubicBezTo>
                    <a:pt x="771108" y="364708"/>
                    <a:pt x="775812" y="376064"/>
                    <a:pt x="775812" y="387906"/>
                  </a:cubicBezTo>
                  <a:cubicBezTo>
                    <a:pt x="775812" y="399748"/>
                    <a:pt x="771108" y="411104"/>
                    <a:pt x="762735" y="419477"/>
                  </a:cubicBezTo>
                  <a:lnTo>
                    <a:pt x="419477" y="762735"/>
                  </a:lnTo>
                  <a:cubicBezTo>
                    <a:pt x="411104" y="771108"/>
                    <a:pt x="399748" y="775812"/>
                    <a:pt x="387906" y="775812"/>
                  </a:cubicBezTo>
                  <a:cubicBezTo>
                    <a:pt x="376064" y="775812"/>
                    <a:pt x="364708" y="771108"/>
                    <a:pt x="356335" y="762735"/>
                  </a:cubicBezTo>
                  <a:lnTo>
                    <a:pt x="13077" y="419477"/>
                  </a:lnTo>
                  <a:cubicBezTo>
                    <a:pt x="4704" y="411104"/>
                    <a:pt x="0" y="399748"/>
                    <a:pt x="0" y="387906"/>
                  </a:cubicBezTo>
                  <a:cubicBezTo>
                    <a:pt x="0" y="376064"/>
                    <a:pt x="4704" y="364708"/>
                    <a:pt x="13077" y="356335"/>
                  </a:cubicBezTo>
                  <a:lnTo>
                    <a:pt x="356335" y="13077"/>
                  </a:lnTo>
                  <a:cubicBezTo>
                    <a:pt x="364708" y="4704"/>
                    <a:pt x="376064" y="0"/>
                    <a:pt x="387906" y="0"/>
                  </a:cubicBezTo>
                  <a:cubicBezTo>
                    <a:pt x="399748" y="0"/>
                    <a:pt x="411104" y="4704"/>
                    <a:pt x="419477" y="130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8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01497" y="4632878"/>
            <a:ext cx="5011811" cy="1021244"/>
            <a:chOff x="0" y="0"/>
            <a:chExt cx="199442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01497" y="6311347"/>
            <a:ext cx="5011811" cy="1021244"/>
            <a:chOff x="0" y="0"/>
            <a:chExt cx="1994429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389846" y="-78949"/>
            <a:ext cx="19067692" cy="901100"/>
            <a:chOff x="0" y="0"/>
            <a:chExt cx="5021944" cy="237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1943" cy="237327"/>
            </a:xfrm>
            <a:custGeom>
              <a:avLst/>
              <a:gdLst/>
              <a:ahLst/>
              <a:cxnLst/>
              <a:rect r="r" b="b" t="t" l="l"/>
              <a:pathLst>
                <a:path h="237327" w="5021943">
                  <a:moveTo>
                    <a:pt x="0" y="0"/>
                  </a:moveTo>
                  <a:lnTo>
                    <a:pt x="5021943" y="0"/>
                  </a:lnTo>
                  <a:lnTo>
                    <a:pt x="5021943" y="237327"/>
                  </a:lnTo>
                  <a:lnTo>
                    <a:pt x="0" y="237327"/>
                  </a:ln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0"/>
                  </a:srgbClr>
                </a:gs>
                <a:gs pos="100000">
                  <a:srgbClr val="0273A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021944" cy="30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4254384" y="2957431"/>
            <a:ext cx="7729077" cy="772907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766" y="15766"/>
              <a:ext cx="781267" cy="781267"/>
            </a:xfrm>
            <a:custGeom>
              <a:avLst/>
              <a:gdLst/>
              <a:ahLst/>
              <a:cxnLst/>
              <a:rect r="r" b="b" t="t" l="l"/>
              <a:pathLst>
                <a:path h="781267" w="781267">
                  <a:moveTo>
                    <a:pt x="417549" y="11149"/>
                  </a:moveTo>
                  <a:lnTo>
                    <a:pt x="770119" y="363719"/>
                  </a:lnTo>
                  <a:cubicBezTo>
                    <a:pt x="784984" y="378584"/>
                    <a:pt x="784984" y="402684"/>
                    <a:pt x="770119" y="417549"/>
                  </a:cubicBezTo>
                  <a:lnTo>
                    <a:pt x="417549" y="770119"/>
                  </a:lnTo>
                  <a:cubicBezTo>
                    <a:pt x="402684" y="784984"/>
                    <a:pt x="378584" y="784984"/>
                    <a:pt x="363719" y="770119"/>
                  </a:cubicBezTo>
                  <a:lnTo>
                    <a:pt x="11149" y="417549"/>
                  </a:lnTo>
                  <a:cubicBezTo>
                    <a:pt x="-3716" y="402684"/>
                    <a:pt x="-3716" y="378584"/>
                    <a:pt x="11149" y="363719"/>
                  </a:cubicBezTo>
                  <a:lnTo>
                    <a:pt x="363719" y="11149"/>
                  </a:lnTo>
                  <a:cubicBezTo>
                    <a:pt x="378584" y="-3716"/>
                    <a:pt x="402684" y="-3716"/>
                    <a:pt x="417549" y="1114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813308" y="2957431"/>
            <a:ext cx="7729077" cy="772907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5766" y="15766"/>
              <a:ext cx="781267" cy="781267"/>
            </a:xfrm>
            <a:custGeom>
              <a:avLst/>
              <a:gdLst/>
              <a:ahLst/>
              <a:cxnLst/>
              <a:rect r="r" b="b" t="t" l="l"/>
              <a:pathLst>
                <a:path h="781267" w="781267">
                  <a:moveTo>
                    <a:pt x="417549" y="11149"/>
                  </a:moveTo>
                  <a:lnTo>
                    <a:pt x="770119" y="363719"/>
                  </a:lnTo>
                  <a:cubicBezTo>
                    <a:pt x="784984" y="378584"/>
                    <a:pt x="784984" y="402684"/>
                    <a:pt x="770119" y="417549"/>
                  </a:cubicBezTo>
                  <a:lnTo>
                    <a:pt x="417549" y="770119"/>
                  </a:lnTo>
                  <a:cubicBezTo>
                    <a:pt x="402684" y="784984"/>
                    <a:pt x="378584" y="784984"/>
                    <a:pt x="363719" y="770119"/>
                  </a:cubicBezTo>
                  <a:lnTo>
                    <a:pt x="11149" y="417549"/>
                  </a:lnTo>
                  <a:cubicBezTo>
                    <a:pt x="-3716" y="402684"/>
                    <a:pt x="-3716" y="378584"/>
                    <a:pt x="11149" y="363719"/>
                  </a:cubicBezTo>
                  <a:lnTo>
                    <a:pt x="363719" y="11149"/>
                  </a:lnTo>
                  <a:cubicBezTo>
                    <a:pt x="378584" y="-3716"/>
                    <a:pt x="402684" y="-3716"/>
                    <a:pt x="417549" y="1114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0"/>
                  </a:srgbClr>
                </a:gs>
                <a:gs pos="100000">
                  <a:srgbClr val="0273A7">
                    <a:alpha val="6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457516" y="3754192"/>
            <a:ext cx="6135339" cy="613533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931" y="9931"/>
              <a:ext cx="792938" cy="792938"/>
            </a:xfrm>
            <a:custGeom>
              <a:avLst/>
              <a:gdLst/>
              <a:ahLst/>
              <a:cxnLst/>
              <a:rect r="r" b="b" t="t" l="l"/>
              <a:pathLst>
                <a:path h="792938" w="792938">
                  <a:moveTo>
                    <a:pt x="413422" y="7022"/>
                  </a:moveTo>
                  <a:lnTo>
                    <a:pt x="785916" y="379516"/>
                  </a:lnTo>
                  <a:cubicBezTo>
                    <a:pt x="795279" y="388879"/>
                    <a:pt x="795279" y="404059"/>
                    <a:pt x="785916" y="413422"/>
                  </a:cubicBezTo>
                  <a:lnTo>
                    <a:pt x="413422" y="785916"/>
                  </a:lnTo>
                  <a:cubicBezTo>
                    <a:pt x="404059" y="795279"/>
                    <a:pt x="388879" y="795279"/>
                    <a:pt x="379516" y="785916"/>
                  </a:cubicBezTo>
                  <a:lnTo>
                    <a:pt x="7022" y="413422"/>
                  </a:lnTo>
                  <a:cubicBezTo>
                    <a:pt x="-2341" y="404059"/>
                    <a:pt x="-2341" y="388879"/>
                    <a:pt x="7022" y="379516"/>
                  </a:cubicBezTo>
                  <a:lnTo>
                    <a:pt x="379516" y="7022"/>
                  </a:lnTo>
                  <a:cubicBezTo>
                    <a:pt x="388879" y="-2341"/>
                    <a:pt x="404059" y="-2341"/>
                    <a:pt x="413422" y="702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451483" y="3754192"/>
            <a:ext cx="6135339" cy="613533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931" y="9931"/>
              <a:ext cx="792938" cy="792938"/>
            </a:xfrm>
            <a:custGeom>
              <a:avLst/>
              <a:gdLst/>
              <a:ahLst/>
              <a:cxnLst/>
              <a:rect r="r" b="b" t="t" l="l"/>
              <a:pathLst>
                <a:path h="792938" w="792938">
                  <a:moveTo>
                    <a:pt x="413422" y="7022"/>
                  </a:moveTo>
                  <a:lnTo>
                    <a:pt x="785916" y="379516"/>
                  </a:lnTo>
                  <a:cubicBezTo>
                    <a:pt x="795279" y="388879"/>
                    <a:pt x="795279" y="404059"/>
                    <a:pt x="785916" y="413422"/>
                  </a:cubicBezTo>
                  <a:lnTo>
                    <a:pt x="413422" y="785916"/>
                  </a:lnTo>
                  <a:cubicBezTo>
                    <a:pt x="404059" y="795279"/>
                    <a:pt x="388879" y="795279"/>
                    <a:pt x="379516" y="785916"/>
                  </a:cubicBezTo>
                  <a:lnTo>
                    <a:pt x="7022" y="413422"/>
                  </a:lnTo>
                  <a:cubicBezTo>
                    <a:pt x="-2341" y="404059"/>
                    <a:pt x="-2341" y="388879"/>
                    <a:pt x="7022" y="379516"/>
                  </a:cubicBezTo>
                  <a:lnTo>
                    <a:pt x="379516" y="7022"/>
                  </a:lnTo>
                  <a:cubicBezTo>
                    <a:pt x="388879" y="-2341"/>
                    <a:pt x="404059" y="-2341"/>
                    <a:pt x="413422" y="702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207231" y="2603046"/>
            <a:ext cx="7873539" cy="111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5"/>
              </a:lnSpc>
            </a:pPr>
            <a:r>
              <a:rPr lang="en-US" b="true" sz="408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SELENIUM AUTOMATION FRAMEWORK ARCHITECTURE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2146" y="4844749"/>
            <a:ext cx="4696905" cy="4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7"/>
              </a:lnSpc>
            </a:pPr>
            <a:r>
              <a:rPr lang="en-US" b="true" sz="26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SELENIUM WEBDRIVER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2146" y="6347577"/>
            <a:ext cx="4696905" cy="4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7"/>
              </a:lnSpc>
            </a:pPr>
            <a:r>
              <a:rPr lang="en-US" b="true" sz="26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58950" y="4844749"/>
            <a:ext cx="4696905" cy="4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7"/>
              </a:lnSpc>
            </a:pPr>
            <a:r>
              <a:rPr lang="en-US" b="true" sz="26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PAGE OBJECT MODEL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58950" y="6523219"/>
            <a:ext cx="4696905" cy="4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7"/>
              </a:lnSpc>
            </a:pPr>
            <a:r>
              <a:rPr lang="en-US" b="true" sz="26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MAVEN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04492" y="6755294"/>
            <a:ext cx="469690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&amp; BDD CUCUMBER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6939" y="4157982"/>
            <a:ext cx="14034121" cy="1387014"/>
            <a:chOff x="0" y="0"/>
            <a:chExt cx="3696230" cy="365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96229" cy="365304"/>
            </a:xfrm>
            <a:custGeom>
              <a:avLst/>
              <a:gdLst/>
              <a:ahLst/>
              <a:cxnLst/>
              <a:rect r="r" b="b" t="t" l="l"/>
              <a:pathLst>
                <a:path h="365304" w="3696229">
                  <a:moveTo>
                    <a:pt x="0" y="0"/>
                  </a:moveTo>
                  <a:lnTo>
                    <a:pt x="3696229" y="0"/>
                  </a:lnTo>
                  <a:lnTo>
                    <a:pt x="3696229" y="365304"/>
                  </a:lnTo>
                  <a:lnTo>
                    <a:pt x="0" y="365304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696230" cy="43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26939" y="5492286"/>
            <a:ext cx="14034121" cy="1387014"/>
            <a:chOff x="0" y="0"/>
            <a:chExt cx="3696230" cy="365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96229" cy="365304"/>
            </a:xfrm>
            <a:custGeom>
              <a:avLst/>
              <a:gdLst/>
              <a:ahLst/>
              <a:cxnLst/>
              <a:rect r="r" b="b" t="t" l="l"/>
              <a:pathLst>
                <a:path h="365304" w="3696229">
                  <a:moveTo>
                    <a:pt x="0" y="0"/>
                  </a:moveTo>
                  <a:lnTo>
                    <a:pt x="3696229" y="0"/>
                  </a:lnTo>
                  <a:lnTo>
                    <a:pt x="3696229" y="365304"/>
                  </a:lnTo>
                  <a:lnTo>
                    <a:pt x="0" y="365304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696230" cy="43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26939" y="6822797"/>
            <a:ext cx="14034121" cy="1387014"/>
            <a:chOff x="0" y="0"/>
            <a:chExt cx="3696230" cy="365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96229" cy="365304"/>
            </a:xfrm>
            <a:custGeom>
              <a:avLst/>
              <a:gdLst/>
              <a:ahLst/>
              <a:cxnLst/>
              <a:rect r="r" b="b" t="t" l="l"/>
              <a:pathLst>
                <a:path h="365304" w="3696229">
                  <a:moveTo>
                    <a:pt x="0" y="0"/>
                  </a:moveTo>
                  <a:lnTo>
                    <a:pt x="3696229" y="0"/>
                  </a:lnTo>
                  <a:lnTo>
                    <a:pt x="3696229" y="365304"/>
                  </a:lnTo>
                  <a:lnTo>
                    <a:pt x="0" y="365304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696230" cy="43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9124950" y="4157982"/>
            <a:ext cx="0" cy="40518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406915" y="9258300"/>
            <a:ext cx="19101829" cy="1243289"/>
            <a:chOff x="0" y="0"/>
            <a:chExt cx="5030934" cy="327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30934" cy="327450"/>
            </a:xfrm>
            <a:custGeom>
              <a:avLst/>
              <a:gdLst/>
              <a:ahLst/>
              <a:cxnLst/>
              <a:rect r="r" b="b" t="t" l="l"/>
              <a:pathLst>
                <a:path h="327450" w="5030934">
                  <a:moveTo>
                    <a:pt x="0" y="0"/>
                  </a:moveTo>
                  <a:lnTo>
                    <a:pt x="5030934" y="0"/>
                  </a:lnTo>
                  <a:lnTo>
                    <a:pt x="5030934" y="327450"/>
                  </a:lnTo>
                  <a:lnTo>
                    <a:pt x="0" y="327450"/>
                  </a:ln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100000"/>
                  </a:srgbClr>
                </a:gs>
                <a:gs pos="100000">
                  <a:srgbClr val="0328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030934" cy="39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86688" y="2612571"/>
            <a:ext cx="9114624" cy="102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47"/>
              </a:lnSpc>
            </a:pPr>
            <a:r>
              <a:rPr lang="en-US" b="true" sz="381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AUTOMATION TESTING VS MANUAL 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6157" y="4523580"/>
            <a:ext cx="4948451" cy="59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6"/>
              </a:lnSpc>
            </a:pPr>
            <a:r>
              <a:rPr lang="en-US" sz="32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Speed &amp; Repeatability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06157" y="5841907"/>
            <a:ext cx="5376916" cy="59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6"/>
              </a:lnSpc>
            </a:pPr>
            <a:r>
              <a:rPr lang="en-US" sz="32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Accuracy &amp; Scalability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6157" y="7174575"/>
            <a:ext cx="4948451" cy="59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6"/>
              </a:lnSpc>
            </a:pPr>
            <a:r>
              <a:rPr lang="en-US" sz="32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Testing Limitations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0992" y="4411437"/>
            <a:ext cx="4989054" cy="89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Automation runs test suites in minutes, executing the same scripts consistently across every build cycle without fatigue or variation.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0992" y="5729764"/>
            <a:ext cx="4989054" cy="89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Automated tests eliminate human error, and can scale across browsers, environments, and large data sets simultaneously with ease.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70992" y="7062432"/>
            <a:ext cx="4989054" cy="89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testing is time-consuming, prone to human error, and difficult to scale — making it unsustainable for frequent regression cycles.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850170" y="-717678"/>
            <a:ext cx="4875659" cy="487565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4993" y="24993"/>
              <a:ext cx="762813" cy="762813"/>
            </a:xfrm>
            <a:custGeom>
              <a:avLst/>
              <a:gdLst/>
              <a:ahLst/>
              <a:cxnLst/>
              <a:rect r="r" b="b" t="t" l="l"/>
              <a:pathLst>
                <a:path h="762813" w="762813">
                  <a:moveTo>
                    <a:pt x="424073" y="17673"/>
                  </a:moveTo>
                  <a:lnTo>
                    <a:pt x="745141" y="338741"/>
                  </a:lnTo>
                  <a:cubicBezTo>
                    <a:pt x="768705" y="362305"/>
                    <a:pt x="768705" y="400509"/>
                    <a:pt x="745141" y="424073"/>
                  </a:cubicBezTo>
                  <a:lnTo>
                    <a:pt x="424073" y="745141"/>
                  </a:lnTo>
                  <a:cubicBezTo>
                    <a:pt x="400509" y="768705"/>
                    <a:pt x="362305" y="768705"/>
                    <a:pt x="338741" y="745141"/>
                  </a:cubicBezTo>
                  <a:lnTo>
                    <a:pt x="17673" y="424073"/>
                  </a:lnTo>
                  <a:cubicBezTo>
                    <a:pt x="-5891" y="400509"/>
                    <a:pt x="-5891" y="362305"/>
                    <a:pt x="17673" y="338741"/>
                  </a:cubicBezTo>
                  <a:lnTo>
                    <a:pt x="338741" y="17673"/>
                  </a:lnTo>
                  <a:cubicBezTo>
                    <a:pt x="362305" y="-5891"/>
                    <a:pt x="400509" y="-5891"/>
                    <a:pt x="424073" y="1767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77265" y="-1760364"/>
            <a:ext cx="3279921" cy="32799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7153" y="37153"/>
              <a:ext cx="738494" cy="738494"/>
            </a:xfrm>
            <a:custGeom>
              <a:avLst/>
              <a:gdLst/>
              <a:ahLst/>
              <a:cxnLst/>
              <a:rect r="r" b="b" t="t" l="l"/>
              <a:pathLst>
                <a:path h="738494" w="738494">
                  <a:moveTo>
                    <a:pt x="432671" y="26271"/>
                  </a:moveTo>
                  <a:lnTo>
                    <a:pt x="712223" y="305823"/>
                  </a:lnTo>
                  <a:cubicBezTo>
                    <a:pt x="729044" y="322644"/>
                    <a:pt x="738494" y="345458"/>
                    <a:pt x="738494" y="369247"/>
                  </a:cubicBezTo>
                  <a:cubicBezTo>
                    <a:pt x="738494" y="393036"/>
                    <a:pt x="729044" y="415850"/>
                    <a:pt x="712223" y="432671"/>
                  </a:cubicBezTo>
                  <a:lnTo>
                    <a:pt x="432671" y="712223"/>
                  </a:lnTo>
                  <a:cubicBezTo>
                    <a:pt x="415850" y="729044"/>
                    <a:pt x="393036" y="738494"/>
                    <a:pt x="369247" y="738494"/>
                  </a:cubicBezTo>
                  <a:cubicBezTo>
                    <a:pt x="345458" y="738494"/>
                    <a:pt x="322644" y="729044"/>
                    <a:pt x="305823" y="712223"/>
                  </a:cubicBezTo>
                  <a:lnTo>
                    <a:pt x="26271" y="432671"/>
                  </a:lnTo>
                  <a:cubicBezTo>
                    <a:pt x="9450" y="415850"/>
                    <a:pt x="0" y="393036"/>
                    <a:pt x="0" y="369247"/>
                  </a:cubicBezTo>
                  <a:cubicBezTo>
                    <a:pt x="0" y="345458"/>
                    <a:pt x="9450" y="322644"/>
                    <a:pt x="26271" y="305823"/>
                  </a:cubicBezTo>
                  <a:lnTo>
                    <a:pt x="305823" y="26271"/>
                  </a:lnTo>
                  <a:cubicBezTo>
                    <a:pt x="322644" y="9450"/>
                    <a:pt x="345458" y="0"/>
                    <a:pt x="369247" y="0"/>
                  </a:cubicBezTo>
                  <a:cubicBezTo>
                    <a:pt x="393036" y="0"/>
                    <a:pt x="415850" y="9450"/>
                    <a:pt x="432671" y="262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352851" y="-214997"/>
            <a:ext cx="3870297" cy="387029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743" y="15743"/>
              <a:ext cx="781314" cy="781314"/>
            </a:xfrm>
            <a:custGeom>
              <a:avLst/>
              <a:gdLst/>
              <a:ahLst/>
              <a:cxnLst/>
              <a:rect r="r" b="b" t="t" l="l"/>
              <a:pathLst>
                <a:path h="781314" w="781314">
                  <a:moveTo>
                    <a:pt x="417532" y="11132"/>
                  </a:moveTo>
                  <a:lnTo>
                    <a:pt x="770182" y="363782"/>
                  </a:lnTo>
                  <a:cubicBezTo>
                    <a:pt x="777310" y="370910"/>
                    <a:pt x="781314" y="380577"/>
                    <a:pt x="781314" y="390657"/>
                  </a:cubicBezTo>
                  <a:cubicBezTo>
                    <a:pt x="781314" y="400737"/>
                    <a:pt x="777310" y="410404"/>
                    <a:pt x="770182" y="417532"/>
                  </a:cubicBezTo>
                  <a:lnTo>
                    <a:pt x="417532" y="770182"/>
                  </a:lnTo>
                  <a:cubicBezTo>
                    <a:pt x="410404" y="777310"/>
                    <a:pt x="400737" y="781314"/>
                    <a:pt x="390657" y="781314"/>
                  </a:cubicBezTo>
                  <a:cubicBezTo>
                    <a:pt x="380577" y="781314"/>
                    <a:pt x="370910" y="777310"/>
                    <a:pt x="363782" y="770182"/>
                  </a:cubicBezTo>
                  <a:lnTo>
                    <a:pt x="11132" y="417532"/>
                  </a:lnTo>
                  <a:cubicBezTo>
                    <a:pt x="4004" y="410404"/>
                    <a:pt x="0" y="400737"/>
                    <a:pt x="0" y="390657"/>
                  </a:cubicBezTo>
                  <a:cubicBezTo>
                    <a:pt x="0" y="380577"/>
                    <a:pt x="4004" y="370910"/>
                    <a:pt x="11132" y="363782"/>
                  </a:cubicBezTo>
                  <a:lnTo>
                    <a:pt x="363782" y="11132"/>
                  </a:lnTo>
                  <a:cubicBezTo>
                    <a:pt x="370910" y="4004"/>
                    <a:pt x="380577" y="0"/>
                    <a:pt x="390657" y="0"/>
                  </a:cubicBezTo>
                  <a:cubicBezTo>
                    <a:pt x="400737" y="0"/>
                    <a:pt x="410404" y="4004"/>
                    <a:pt x="417532" y="1113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15425" y="-1422204"/>
            <a:ext cx="2603600" cy="26036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3402" y="23402"/>
              <a:ext cx="765996" cy="765996"/>
            </a:xfrm>
            <a:custGeom>
              <a:avLst/>
              <a:gdLst/>
              <a:ahLst/>
              <a:cxnLst/>
              <a:rect r="r" b="b" t="t" l="l"/>
              <a:pathLst>
                <a:path h="765996" w="765996">
                  <a:moveTo>
                    <a:pt x="422948" y="16548"/>
                  </a:moveTo>
                  <a:lnTo>
                    <a:pt x="749448" y="343048"/>
                  </a:lnTo>
                  <a:cubicBezTo>
                    <a:pt x="760044" y="353644"/>
                    <a:pt x="765996" y="368014"/>
                    <a:pt x="765996" y="382998"/>
                  </a:cubicBezTo>
                  <a:cubicBezTo>
                    <a:pt x="765996" y="397982"/>
                    <a:pt x="760044" y="412352"/>
                    <a:pt x="749448" y="422948"/>
                  </a:cubicBezTo>
                  <a:lnTo>
                    <a:pt x="422948" y="749448"/>
                  </a:lnTo>
                  <a:cubicBezTo>
                    <a:pt x="412352" y="760044"/>
                    <a:pt x="397982" y="765996"/>
                    <a:pt x="382998" y="765996"/>
                  </a:cubicBezTo>
                  <a:cubicBezTo>
                    <a:pt x="368014" y="765996"/>
                    <a:pt x="353644" y="760044"/>
                    <a:pt x="343048" y="749448"/>
                  </a:cubicBezTo>
                  <a:lnTo>
                    <a:pt x="16548" y="422948"/>
                  </a:lnTo>
                  <a:cubicBezTo>
                    <a:pt x="5952" y="412352"/>
                    <a:pt x="0" y="397982"/>
                    <a:pt x="0" y="382998"/>
                  </a:cubicBezTo>
                  <a:cubicBezTo>
                    <a:pt x="0" y="368014"/>
                    <a:pt x="5952" y="353644"/>
                    <a:pt x="16548" y="343048"/>
                  </a:cubicBezTo>
                  <a:lnTo>
                    <a:pt x="343048" y="16548"/>
                  </a:lnTo>
                  <a:cubicBezTo>
                    <a:pt x="353644" y="5952"/>
                    <a:pt x="368014" y="0"/>
                    <a:pt x="382998" y="0"/>
                  </a:cubicBezTo>
                  <a:cubicBezTo>
                    <a:pt x="397982" y="0"/>
                    <a:pt x="412352" y="5952"/>
                    <a:pt x="422948" y="16548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06639" y="-27189"/>
            <a:ext cx="13698317" cy="136983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896" y="8896"/>
              <a:ext cx="795008" cy="795008"/>
            </a:xfrm>
            <a:custGeom>
              <a:avLst/>
              <a:gdLst/>
              <a:ahLst/>
              <a:cxnLst/>
              <a:rect r="r" b="b" t="t" l="l"/>
              <a:pathLst>
                <a:path h="795008" w="795008">
                  <a:moveTo>
                    <a:pt x="412690" y="6290"/>
                  </a:moveTo>
                  <a:lnTo>
                    <a:pt x="788718" y="382318"/>
                  </a:lnTo>
                  <a:cubicBezTo>
                    <a:pt x="792745" y="386345"/>
                    <a:pt x="795008" y="391808"/>
                    <a:pt x="795008" y="397504"/>
                  </a:cubicBezTo>
                  <a:cubicBezTo>
                    <a:pt x="795008" y="403200"/>
                    <a:pt x="792745" y="408663"/>
                    <a:pt x="788718" y="412690"/>
                  </a:cubicBezTo>
                  <a:lnTo>
                    <a:pt x="412690" y="788718"/>
                  </a:lnTo>
                  <a:cubicBezTo>
                    <a:pt x="408663" y="792745"/>
                    <a:pt x="403200" y="795008"/>
                    <a:pt x="397504" y="795008"/>
                  </a:cubicBezTo>
                  <a:cubicBezTo>
                    <a:pt x="391808" y="795008"/>
                    <a:pt x="386345" y="792745"/>
                    <a:pt x="382318" y="788718"/>
                  </a:cubicBezTo>
                  <a:lnTo>
                    <a:pt x="6290" y="412690"/>
                  </a:lnTo>
                  <a:cubicBezTo>
                    <a:pt x="2263" y="408663"/>
                    <a:pt x="0" y="403200"/>
                    <a:pt x="0" y="397504"/>
                  </a:cubicBezTo>
                  <a:cubicBezTo>
                    <a:pt x="0" y="391808"/>
                    <a:pt x="2263" y="386345"/>
                    <a:pt x="6290" y="382318"/>
                  </a:cubicBezTo>
                  <a:lnTo>
                    <a:pt x="382318" y="6290"/>
                  </a:lnTo>
                  <a:cubicBezTo>
                    <a:pt x="386345" y="2263"/>
                    <a:pt x="391808" y="0"/>
                    <a:pt x="397504" y="0"/>
                  </a:cubicBezTo>
                  <a:cubicBezTo>
                    <a:pt x="403200" y="0"/>
                    <a:pt x="408663" y="2263"/>
                    <a:pt x="412690" y="62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8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74692" y="4632878"/>
            <a:ext cx="5011811" cy="1021244"/>
            <a:chOff x="0" y="0"/>
            <a:chExt cx="199442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4692" y="6311347"/>
            <a:ext cx="5011811" cy="1021244"/>
            <a:chOff x="0" y="0"/>
            <a:chExt cx="199442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82331" y="-27189"/>
            <a:ext cx="13698317" cy="1369831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494" y="18494"/>
              <a:ext cx="775812" cy="775812"/>
            </a:xfrm>
            <a:custGeom>
              <a:avLst/>
              <a:gdLst/>
              <a:ahLst/>
              <a:cxnLst/>
              <a:rect r="r" b="b" t="t" l="l"/>
              <a:pathLst>
                <a:path h="775812" w="775812">
                  <a:moveTo>
                    <a:pt x="419477" y="13077"/>
                  </a:moveTo>
                  <a:lnTo>
                    <a:pt x="762735" y="356335"/>
                  </a:lnTo>
                  <a:cubicBezTo>
                    <a:pt x="771108" y="364708"/>
                    <a:pt x="775812" y="376064"/>
                    <a:pt x="775812" y="387906"/>
                  </a:cubicBezTo>
                  <a:cubicBezTo>
                    <a:pt x="775812" y="399748"/>
                    <a:pt x="771108" y="411104"/>
                    <a:pt x="762735" y="419477"/>
                  </a:cubicBezTo>
                  <a:lnTo>
                    <a:pt x="419477" y="762735"/>
                  </a:lnTo>
                  <a:cubicBezTo>
                    <a:pt x="411104" y="771108"/>
                    <a:pt x="399748" y="775812"/>
                    <a:pt x="387906" y="775812"/>
                  </a:cubicBezTo>
                  <a:cubicBezTo>
                    <a:pt x="376064" y="775812"/>
                    <a:pt x="364708" y="771108"/>
                    <a:pt x="356335" y="762735"/>
                  </a:cubicBezTo>
                  <a:lnTo>
                    <a:pt x="13077" y="419477"/>
                  </a:lnTo>
                  <a:cubicBezTo>
                    <a:pt x="4704" y="411104"/>
                    <a:pt x="0" y="399748"/>
                    <a:pt x="0" y="387906"/>
                  </a:cubicBezTo>
                  <a:cubicBezTo>
                    <a:pt x="0" y="376064"/>
                    <a:pt x="4704" y="364708"/>
                    <a:pt x="13077" y="356335"/>
                  </a:cubicBezTo>
                  <a:lnTo>
                    <a:pt x="356335" y="13077"/>
                  </a:lnTo>
                  <a:cubicBezTo>
                    <a:pt x="364708" y="4704"/>
                    <a:pt x="376064" y="0"/>
                    <a:pt x="387906" y="0"/>
                  </a:cubicBezTo>
                  <a:cubicBezTo>
                    <a:pt x="399748" y="0"/>
                    <a:pt x="411104" y="4704"/>
                    <a:pt x="419477" y="130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8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01497" y="4632878"/>
            <a:ext cx="5011811" cy="1021244"/>
            <a:chOff x="0" y="0"/>
            <a:chExt cx="199442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01497" y="6311347"/>
            <a:ext cx="5011811" cy="1021244"/>
            <a:chOff x="0" y="0"/>
            <a:chExt cx="1994429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4429" cy="406400"/>
            </a:xfrm>
            <a:custGeom>
              <a:avLst/>
              <a:gdLst/>
              <a:ahLst/>
              <a:cxnLst/>
              <a:rect r="r" b="b" t="t" l="l"/>
              <a:pathLst>
                <a:path h="406400" w="1994429">
                  <a:moveTo>
                    <a:pt x="199442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994429" y="406400"/>
                  </a:lnTo>
                  <a:lnTo>
                    <a:pt x="1892829" y="203200"/>
                  </a:lnTo>
                  <a:lnTo>
                    <a:pt x="1994429" y="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66675"/>
              <a:ext cx="1816629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389846" y="-78949"/>
            <a:ext cx="19067692" cy="901100"/>
            <a:chOff x="0" y="0"/>
            <a:chExt cx="5021944" cy="237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1943" cy="237327"/>
            </a:xfrm>
            <a:custGeom>
              <a:avLst/>
              <a:gdLst/>
              <a:ahLst/>
              <a:cxnLst/>
              <a:rect r="r" b="b" t="t" l="l"/>
              <a:pathLst>
                <a:path h="237327" w="5021943">
                  <a:moveTo>
                    <a:pt x="0" y="0"/>
                  </a:moveTo>
                  <a:lnTo>
                    <a:pt x="5021943" y="0"/>
                  </a:lnTo>
                  <a:lnTo>
                    <a:pt x="5021943" y="237327"/>
                  </a:lnTo>
                  <a:lnTo>
                    <a:pt x="0" y="237327"/>
                  </a:ln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0"/>
                  </a:srgbClr>
                </a:gs>
                <a:gs pos="100000">
                  <a:srgbClr val="0273A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021944" cy="30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4254384" y="2957431"/>
            <a:ext cx="7729077" cy="772907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766" y="15766"/>
              <a:ext cx="781267" cy="781267"/>
            </a:xfrm>
            <a:custGeom>
              <a:avLst/>
              <a:gdLst/>
              <a:ahLst/>
              <a:cxnLst/>
              <a:rect r="r" b="b" t="t" l="l"/>
              <a:pathLst>
                <a:path h="781267" w="781267">
                  <a:moveTo>
                    <a:pt x="417549" y="11149"/>
                  </a:moveTo>
                  <a:lnTo>
                    <a:pt x="770119" y="363719"/>
                  </a:lnTo>
                  <a:cubicBezTo>
                    <a:pt x="784984" y="378584"/>
                    <a:pt x="784984" y="402684"/>
                    <a:pt x="770119" y="417549"/>
                  </a:cubicBezTo>
                  <a:lnTo>
                    <a:pt x="417549" y="770119"/>
                  </a:lnTo>
                  <a:cubicBezTo>
                    <a:pt x="402684" y="784984"/>
                    <a:pt x="378584" y="784984"/>
                    <a:pt x="363719" y="770119"/>
                  </a:cubicBezTo>
                  <a:lnTo>
                    <a:pt x="11149" y="417549"/>
                  </a:lnTo>
                  <a:cubicBezTo>
                    <a:pt x="-3716" y="402684"/>
                    <a:pt x="-3716" y="378584"/>
                    <a:pt x="11149" y="363719"/>
                  </a:cubicBezTo>
                  <a:lnTo>
                    <a:pt x="363719" y="11149"/>
                  </a:lnTo>
                  <a:cubicBezTo>
                    <a:pt x="378584" y="-3716"/>
                    <a:pt x="402684" y="-3716"/>
                    <a:pt x="417549" y="1114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813308" y="2957431"/>
            <a:ext cx="7729077" cy="772907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5766" y="15766"/>
              <a:ext cx="781267" cy="781267"/>
            </a:xfrm>
            <a:custGeom>
              <a:avLst/>
              <a:gdLst/>
              <a:ahLst/>
              <a:cxnLst/>
              <a:rect r="r" b="b" t="t" l="l"/>
              <a:pathLst>
                <a:path h="781267" w="781267">
                  <a:moveTo>
                    <a:pt x="417549" y="11149"/>
                  </a:moveTo>
                  <a:lnTo>
                    <a:pt x="770119" y="363719"/>
                  </a:lnTo>
                  <a:cubicBezTo>
                    <a:pt x="784984" y="378584"/>
                    <a:pt x="784984" y="402684"/>
                    <a:pt x="770119" y="417549"/>
                  </a:cubicBezTo>
                  <a:lnTo>
                    <a:pt x="417549" y="770119"/>
                  </a:lnTo>
                  <a:cubicBezTo>
                    <a:pt x="402684" y="784984"/>
                    <a:pt x="378584" y="784984"/>
                    <a:pt x="363719" y="770119"/>
                  </a:cubicBezTo>
                  <a:lnTo>
                    <a:pt x="11149" y="417549"/>
                  </a:lnTo>
                  <a:cubicBezTo>
                    <a:pt x="-3716" y="402684"/>
                    <a:pt x="-3716" y="378584"/>
                    <a:pt x="11149" y="363719"/>
                  </a:cubicBezTo>
                  <a:lnTo>
                    <a:pt x="363719" y="11149"/>
                  </a:lnTo>
                  <a:cubicBezTo>
                    <a:pt x="378584" y="-3716"/>
                    <a:pt x="402684" y="-3716"/>
                    <a:pt x="417549" y="1114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0"/>
                  </a:srgbClr>
                </a:gs>
                <a:gs pos="100000">
                  <a:srgbClr val="0273A7">
                    <a:alpha val="6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457516" y="3754192"/>
            <a:ext cx="6135339" cy="613533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931" y="9931"/>
              <a:ext cx="792938" cy="792938"/>
            </a:xfrm>
            <a:custGeom>
              <a:avLst/>
              <a:gdLst/>
              <a:ahLst/>
              <a:cxnLst/>
              <a:rect r="r" b="b" t="t" l="l"/>
              <a:pathLst>
                <a:path h="792938" w="792938">
                  <a:moveTo>
                    <a:pt x="413422" y="7022"/>
                  </a:moveTo>
                  <a:lnTo>
                    <a:pt x="785916" y="379516"/>
                  </a:lnTo>
                  <a:cubicBezTo>
                    <a:pt x="795279" y="388879"/>
                    <a:pt x="795279" y="404059"/>
                    <a:pt x="785916" y="413422"/>
                  </a:cubicBezTo>
                  <a:lnTo>
                    <a:pt x="413422" y="785916"/>
                  </a:lnTo>
                  <a:cubicBezTo>
                    <a:pt x="404059" y="795279"/>
                    <a:pt x="388879" y="795279"/>
                    <a:pt x="379516" y="785916"/>
                  </a:cubicBezTo>
                  <a:lnTo>
                    <a:pt x="7022" y="413422"/>
                  </a:lnTo>
                  <a:cubicBezTo>
                    <a:pt x="-2341" y="404059"/>
                    <a:pt x="-2341" y="388879"/>
                    <a:pt x="7022" y="379516"/>
                  </a:cubicBezTo>
                  <a:lnTo>
                    <a:pt x="379516" y="7022"/>
                  </a:lnTo>
                  <a:cubicBezTo>
                    <a:pt x="388879" y="-2341"/>
                    <a:pt x="404059" y="-2341"/>
                    <a:pt x="413422" y="702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451483" y="3754192"/>
            <a:ext cx="6135339" cy="613533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931" y="9931"/>
              <a:ext cx="792938" cy="792938"/>
            </a:xfrm>
            <a:custGeom>
              <a:avLst/>
              <a:gdLst/>
              <a:ahLst/>
              <a:cxnLst/>
              <a:rect r="r" b="b" t="t" l="l"/>
              <a:pathLst>
                <a:path h="792938" w="792938">
                  <a:moveTo>
                    <a:pt x="413422" y="7022"/>
                  </a:moveTo>
                  <a:lnTo>
                    <a:pt x="785916" y="379516"/>
                  </a:lnTo>
                  <a:cubicBezTo>
                    <a:pt x="795279" y="388879"/>
                    <a:pt x="795279" y="404059"/>
                    <a:pt x="785916" y="413422"/>
                  </a:cubicBezTo>
                  <a:lnTo>
                    <a:pt x="413422" y="785916"/>
                  </a:lnTo>
                  <a:cubicBezTo>
                    <a:pt x="404059" y="795279"/>
                    <a:pt x="388879" y="795279"/>
                    <a:pt x="379516" y="785916"/>
                  </a:cubicBezTo>
                  <a:lnTo>
                    <a:pt x="7022" y="413422"/>
                  </a:lnTo>
                  <a:cubicBezTo>
                    <a:pt x="-2341" y="404059"/>
                    <a:pt x="-2341" y="388879"/>
                    <a:pt x="7022" y="379516"/>
                  </a:cubicBezTo>
                  <a:lnTo>
                    <a:pt x="379516" y="7022"/>
                  </a:lnTo>
                  <a:cubicBezTo>
                    <a:pt x="388879" y="-2341"/>
                    <a:pt x="404059" y="-2341"/>
                    <a:pt x="413422" y="702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207231" y="2603046"/>
            <a:ext cx="7873539" cy="98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1"/>
              </a:lnSpc>
            </a:pPr>
            <a:r>
              <a:rPr lang="en-US" b="true" sz="366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SCENARIO MODULES COVERED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2146" y="4854274"/>
            <a:ext cx="4696905" cy="3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</a:pPr>
            <a:r>
              <a:rPr lang="en-US" b="true" sz="197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USER LOGIN &amp; REGISTRATION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2146" y="6532744"/>
            <a:ext cx="4696905" cy="3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</a:pPr>
            <a:r>
              <a:rPr lang="en-US" b="true" sz="197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SHOPPING CART OPERATIONS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58950" y="4854274"/>
            <a:ext cx="4696905" cy="3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</a:pPr>
            <a:r>
              <a:rPr lang="en-US" b="true" sz="197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PRODUCT SEARCH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58950" y="6532744"/>
            <a:ext cx="4696905" cy="3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</a:pPr>
            <a:r>
              <a:rPr lang="en-US" b="true" sz="197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CHECKOUT &amp; ORDER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6488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9246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4" y="0"/>
                </a:lnTo>
                <a:lnTo>
                  <a:pt x="711114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09982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60719" y="5143500"/>
            <a:ext cx="711115" cy="667155"/>
          </a:xfrm>
          <a:custGeom>
            <a:avLst/>
            <a:gdLst/>
            <a:ahLst/>
            <a:cxnLst/>
            <a:rect r="r" b="b" t="t" l="l"/>
            <a:pathLst>
              <a:path h="667155" w="711115">
                <a:moveTo>
                  <a:pt x="0" y="0"/>
                </a:moveTo>
                <a:lnTo>
                  <a:pt x="711115" y="0"/>
                </a:lnTo>
                <a:lnTo>
                  <a:pt x="711115" y="667155"/>
                </a:lnTo>
                <a:lnTo>
                  <a:pt x="0" y="66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32761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7484685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1235422" y="5496127"/>
            <a:ext cx="2409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2927038" y="-180737"/>
            <a:ext cx="5472316" cy="54723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134" y="11134"/>
              <a:ext cx="790532" cy="790532"/>
            </a:xfrm>
            <a:custGeom>
              <a:avLst/>
              <a:gdLst/>
              <a:ahLst/>
              <a:cxnLst/>
              <a:rect r="r" b="b" t="t" l="l"/>
              <a:pathLst>
                <a:path h="790532" w="790532">
                  <a:moveTo>
                    <a:pt x="414273" y="7873"/>
                  </a:moveTo>
                  <a:lnTo>
                    <a:pt x="782659" y="376259"/>
                  </a:lnTo>
                  <a:cubicBezTo>
                    <a:pt x="793156" y="386756"/>
                    <a:pt x="793156" y="403776"/>
                    <a:pt x="782659" y="414273"/>
                  </a:cubicBezTo>
                  <a:lnTo>
                    <a:pt x="414273" y="782659"/>
                  </a:lnTo>
                  <a:cubicBezTo>
                    <a:pt x="403776" y="793156"/>
                    <a:pt x="386756" y="793156"/>
                    <a:pt x="376259" y="782659"/>
                  </a:cubicBezTo>
                  <a:lnTo>
                    <a:pt x="7873" y="414273"/>
                  </a:lnTo>
                  <a:cubicBezTo>
                    <a:pt x="-2624" y="403776"/>
                    <a:pt x="-2624" y="386756"/>
                    <a:pt x="7873" y="376259"/>
                  </a:cubicBezTo>
                  <a:lnTo>
                    <a:pt x="376259" y="7873"/>
                  </a:lnTo>
                  <a:cubicBezTo>
                    <a:pt x="386756" y="-2624"/>
                    <a:pt x="403776" y="-2624"/>
                    <a:pt x="414273" y="787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01217" y="276054"/>
            <a:ext cx="4523958" cy="45239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215" y="9215"/>
              <a:ext cx="794370" cy="794370"/>
            </a:xfrm>
            <a:custGeom>
              <a:avLst/>
              <a:gdLst/>
              <a:ahLst/>
              <a:cxnLst/>
              <a:rect r="r" b="b" t="t" l="l"/>
              <a:pathLst>
                <a:path h="794370" w="794370">
                  <a:moveTo>
                    <a:pt x="412916" y="6516"/>
                  </a:moveTo>
                  <a:lnTo>
                    <a:pt x="787854" y="381454"/>
                  </a:lnTo>
                  <a:cubicBezTo>
                    <a:pt x="796542" y="390142"/>
                    <a:pt x="796542" y="404228"/>
                    <a:pt x="787854" y="412916"/>
                  </a:cubicBezTo>
                  <a:lnTo>
                    <a:pt x="412916" y="787854"/>
                  </a:lnTo>
                  <a:cubicBezTo>
                    <a:pt x="404228" y="796542"/>
                    <a:pt x="390142" y="796542"/>
                    <a:pt x="381454" y="787854"/>
                  </a:cubicBezTo>
                  <a:lnTo>
                    <a:pt x="6516" y="412916"/>
                  </a:lnTo>
                  <a:cubicBezTo>
                    <a:pt x="-2172" y="404228"/>
                    <a:pt x="-2172" y="390142"/>
                    <a:pt x="6516" y="381454"/>
                  </a:cubicBezTo>
                  <a:lnTo>
                    <a:pt x="381454" y="6516"/>
                  </a:lnTo>
                  <a:cubicBezTo>
                    <a:pt x="390142" y="-2172"/>
                    <a:pt x="404228" y="-2172"/>
                    <a:pt x="412916" y="6516"/>
                  </a:cubicBezTo>
                  <a:close/>
                </a:path>
              </a:pathLst>
            </a:custGeom>
            <a:blipFill>
              <a:blip r:embed="rId4"/>
              <a:stretch>
                <a:fillRect l="-1160" t="-1160" r="-1160" b="-1160"/>
              </a:stretch>
            </a:blipFill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75415" y="-2568125"/>
            <a:ext cx="4587884" cy="45878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6561" y="26561"/>
              <a:ext cx="759678" cy="759678"/>
            </a:xfrm>
            <a:custGeom>
              <a:avLst/>
              <a:gdLst/>
              <a:ahLst/>
              <a:cxnLst/>
              <a:rect r="r" b="b" t="t" l="l"/>
              <a:pathLst>
                <a:path h="759678" w="759678">
                  <a:moveTo>
                    <a:pt x="425181" y="18781"/>
                  </a:moveTo>
                  <a:lnTo>
                    <a:pt x="740897" y="334497"/>
                  </a:lnTo>
                  <a:cubicBezTo>
                    <a:pt x="765938" y="359538"/>
                    <a:pt x="765938" y="400140"/>
                    <a:pt x="740897" y="425181"/>
                  </a:cubicBezTo>
                  <a:lnTo>
                    <a:pt x="425181" y="740897"/>
                  </a:lnTo>
                  <a:cubicBezTo>
                    <a:pt x="400140" y="765938"/>
                    <a:pt x="359538" y="765938"/>
                    <a:pt x="334497" y="740897"/>
                  </a:cubicBezTo>
                  <a:lnTo>
                    <a:pt x="18781" y="425181"/>
                  </a:lnTo>
                  <a:cubicBezTo>
                    <a:pt x="-6260" y="400140"/>
                    <a:pt x="-6260" y="359538"/>
                    <a:pt x="18781" y="334497"/>
                  </a:cubicBezTo>
                  <a:lnTo>
                    <a:pt x="334497" y="18781"/>
                  </a:lnTo>
                  <a:cubicBezTo>
                    <a:pt x="359538" y="-6260"/>
                    <a:pt x="400140" y="-6260"/>
                    <a:pt x="425181" y="1878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19770" y="2997637"/>
            <a:ext cx="4587884" cy="45878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6561" y="26561"/>
              <a:ext cx="759678" cy="759678"/>
            </a:xfrm>
            <a:custGeom>
              <a:avLst/>
              <a:gdLst/>
              <a:ahLst/>
              <a:cxnLst/>
              <a:rect r="r" b="b" t="t" l="l"/>
              <a:pathLst>
                <a:path h="759678" w="759678">
                  <a:moveTo>
                    <a:pt x="425181" y="18781"/>
                  </a:moveTo>
                  <a:lnTo>
                    <a:pt x="740897" y="334497"/>
                  </a:lnTo>
                  <a:cubicBezTo>
                    <a:pt x="765938" y="359538"/>
                    <a:pt x="765938" y="400140"/>
                    <a:pt x="740897" y="425181"/>
                  </a:cubicBezTo>
                  <a:lnTo>
                    <a:pt x="425181" y="740897"/>
                  </a:lnTo>
                  <a:cubicBezTo>
                    <a:pt x="400140" y="765938"/>
                    <a:pt x="359538" y="765938"/>
                    <a:pt x="334497" y="740897"/>
                  </a:cubicBezTo>
                  <a:lnTo>
                    <a:pt x="18781" y="425181"/>
                  </a:lnTo>
                  <a:cubicBezTo>
                    <a:pt x="-6260" y="400140"/>
                    <a:pt x="-6260" y="359538"/>
                    <a:pt x="18781" y="334497"/>
                  </a:cubicBezTo>
                  <a:lnTo>
                    <a:pt x="334497" y="18781"/>
                  </a:lnTo>
                  <a:cubicBezTo>
                    <a:pt x="359538" y="-6260"/>
                    <a:pt x="400140" y="-6260"/>
                    <a:pt x="425181" y="1878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48426" y="-2213457"/>
            <a:ext cx="3641861" cy="36418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730" y="16730"/>
              <a:ext cx="779339" cy="779339"/>
            </a:xfrm>
            <a:custGeom>
              <a:avLst/>
              <a:gdLst/>
              <a:ahLst/>
              <a:cxnLst/>
              <a:rect r="r" b="b" t="t" l="l"/>
              <a:pathLst>
                <a:path h="779339" w="779339">
                  <a:moveTo>
                    <a:pt x="418230" y="11830"/>
                  </a:moveTo>
                  <a:lnTo>
                    <a:pt x="767510" y="361110"/>
                  </a:lnTo>
                  <a:cubicBezTo>
                    <a:pt x="775084" y="368684"/>
                    <a:pt x="779340" y="378958"/>
                    <a:pt x="779340" y="389670"/>
                  </a:cubicBezTo>
                  <a:cubicBezTo>
                    <a:pt x="779340" y="400382"/>
                    <a:pt x="775084" y="410656"/>
                    <a:pt x="767510" y="418230"/>
                  </a:cubicBezTo>
                  <a:lnTo>
                    <a:pt x="418230" y="767510"/>
                  </a:lnTo>
                  <a:cubicBezTo>
                    <a:pt x="410656" y="775084"/>
                    <a:pt x="400382" y="779340"/>
                    <a:pt x="389670" y="779340"/>
                  </a:cubicBezTo>
                  <a:cubicBezTo>
                    <a:pt x="378958" y="779340"/>
                    <a:pt x="368684" y="775084"/>
                    <a:pt x="361110" y="767510"/>
                  </a:cubicBezTo>
                  <a:lnTo>
                    <a:pt x="11830" y="418230"/>
                  </a:lnTo>
                  <a:cubicBezTo>
                    <a:pt x="4256" y="410656"/>
                    <a:pt x="0" y="400382"/>
                    <a:pt x="0" y="389670"/>
                  </a:cubicBezTo>
                  <a:cubicBezTo>
                    <a:pt x="0" y="378958"/>
                    <a:pt x="4256" y="368684"/>
                    <a:pt x="11830" y="361110"/>
                  </a:cubicBezTo>
                  <a:lnTo>
                    <a:pt x="361110" y="11830"/>
                  </a:lnTo>
                  <a:cubicBezTo>
                    <a:pt x="368684" y="4256"/>
                    <a:pt x="378958" y="0"/>
                    <a:pt x="389670" y="0"/>
                  </a:cubicBezTo>
                  <a:cubicBezTo>
                    <a:pt x="400382" y="0"/>
                    <a:pt x="410656" y="4256"/>
                    <a:pt x="418230" y="1183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692781" y="3470648"/>
            <a:ext cx="3641861" cy="364186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730" y="16730"/>
              <a:ext cx="779339" cy="779339"/>
            </a:xfrm>
            <a:custGeom>
              <a:avLst/>
              <a:gdLst/>
              <a:ahLst/>
              <a:cxnLst/>
              <a:rect r="r" b="b" t="t" l="l"/>
              <a:pathLst>
                <a:path h="779339" w="779339">
                  <a:moveTo>
                    <a:pt x="418230" y="11830"/>
                  </a:moveTo>
                  <a:lnTo>
                    <a:pt x="767510" y="361110"/>
                  </a:lnTo>
                  <a:cubicBezTo>
                    <a:pt x="775084" y="368684"/>
                    <a:pt x="779340" y="378958"/>
                    <a:pt x="779340" y="389670"/>
                  </a:cubicBezTo>
                  <a:cubicBezTo>
                    <a:pt x="779340" y="400382"/>
                    <a:pt x="775084" y="410656"/>
                    <a:pt x="767510" y="418230"/>
                  </a:cubicBezTo>
                  <a:lnTo>
                    <a:pt x="418230" y="767510"/>
                  </a:lnTo>
                  <a:cubicBezTo>
                    <a:pt x="410656" y="775084"/>
                    <a:pt x="400382" y="779340"/>
                    <a:pt x="389670" y="779340"/>
                  </a:cubicBezTo>
                  <a:cubicBezTo>
                    <a:pt x="378958" y="779340"/>
                    <a:pt x="368684" y="775084"/>
                    <a:pt x="361110" y="767510"/>
                  </a:cubicBezTo>
                  <a:lnTo>
                    <a:pt x="11830" y="418230"/>
                  </a:lnTo>
                  <a:cubicBezTo>
                    <a:pt x="4256" y="410656"/>
                    <a:pt x="0" y="400382"/>
                    <a:pt x="0" y="389670"/>
                  </a:cubicBezTo>
                  <a:cubicBezTo>
                    <a:pt x="0" y="378958"/>
                    <a:pt x="4256" y="368684"/>
                    <a:pt x="11830" y="361110"/>
                  </a:cubicBezTo>
                  <a:lnTo>
                    <a:pt x="361110" y="11830"/>
                  </a:lnTo>
                  <a:cubicBezTo>
                    <a:pt x="368684" y="4256"/>
                    <a:pt x="378958" y="0"/>
                    <a:pt x="389670" y="0"/>
                  </a:cubicBezTo>
                  <a:cubicBezTo>
                    <a:pt x="400382" y="0"/>
                    <a:pt x="410656" y="4256"/>
                    <a:pt x="418230" y="1183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86714" y="2622096"/>
            <a:ext cx="5492166" cy="199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3"/>
              </a:lnSpc>
            </a:pPr>
            <a:r>
              <a:rPr lang="en-US" b="true" sz="49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FLOW &amp; EXECUTION PROCESS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6714" y="6243116"/>
            <a:ext cx="3150662" cy="6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 Initialization &amp;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39472" y="6243116"/>
            <a:ext cx="3150662" cy="6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Script Execution Sequence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18620" y="6243116"/>
            <a:ext cx="2693839" cy="3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 Capturing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9357" y="6243116"/>
            <a:ext cx="2693839" cy="3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4"/>
              </a:lnSpc>
            </a:pPr>
            <a:r>
              <a:rPr lang="en-US" b="true" sz="20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Logging &amp; Reporting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3447" y="7203685"/>
            <a:ext cx="2973929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Configure test environment, load browser drivers, set base URL, and initialize TestNG suite before execution begins.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80283" y="7203685"/>
            <a:ext cx="2797196" cy="177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Execute test scripts in defined order using TestNG XML. Page Object methods invoke Selenium WebDriver actions on JPetStore UI.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01428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Capture screenshots on pass/fail, record assertion results, and store test outputs for each executed scenario.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22574" y="7203685"/>
            <a:ext cx="2797196" cy="148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</a:pPr>
            <a:r>
              <a:rPr lang="en-US" sz="18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Log detailed execution traces, exceptions, and step-by-step results to console and Extent Report for full traceability.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86714" y="9091140"/>
            <a:ext cx="2109924" cy="759573"/>
          </a:xfrm>
          <a:custGeom>
            <a:avLst/>
            <a:gdLst/>
            <a:ahLst/>
            <a:cxnLst/>
            <a:rect r="r" b="b" t="t" l="l"/>
            <a:pathLst>
              <a:path h="759573" w="2109924">
                <a:moveTo>
                  <a:pt x="0" y="0"/>
                </a:moveTo>
                <a:lnTo>
                  <a:pt x="2109924" y="0"/>
                </a:lnTo>
                <a:lnTo>
                  <a:pt x="2109924" y="759572"/>
                </a:lnTo>
                <a:lnTo>
                  <a:pt x="0" y="75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2246" y="1330944"/>
            <a:ext cx="9812595" cy="135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6"/>
              </a:lnSpc>
            </a:pPr>
            <a:r>
              <a:rPr lang="en-US" b="true" sz="49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BDD CUCUMBER 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897300" y="6954738"/>
            <a:ext cx="6781401" cy="678140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97300" y="-1259805"/>
            <a:ext cx="6781401" cy="678140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96463" y="7653807"/>
            <a:ext cx="5383075" cy="53830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96463" y="-560736"/>
            <a:ext cx="5383075" cy="538307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237100" y="2561023"/>
            <a:ext cx="9631751" cy="5921146"/>
          </a:xfrm>
          <a:custGeom>
            <a:avLst/>
            <a:gdLst/>
            <a:ahLst/>
            <a:cxnLst/>
            <a:rect r="r" b="b" t="t" l="l"/>
            <a:pathLst>
              <a:path h="5921146" w="9631751">
                <a:moveTo>
                  <a:pt x="0" y="0"/>
                </a:moveTo>
                <a:lnTo>
                  <a:pt x="9631751" y="0"/>
                </a:lnTo>
                <a:lnTo>
                  <a:pt x="9631751" y="5921146"/>
                </a:lnTo>
                <a:lnTo>
                  <a:pt x="0" y="592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4" t="0" r="-27039" b="-948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32246" y="8473970"/>
            <a:ext cx="6862159" cy="97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3"/>
              </a:lnSpc>
            </a:pPr>
            <a:r>
              <a:rPr lang="en-US" sz="2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BDD with Cucumber improves test clarity, team collaboration, and coverage transparency across all JPetStore functional modules.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2246" y="3848211"/>
            <a:ext cx="4600634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Feature Files in Gherkin Syntax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2246" y="5845951"/>
            <a:ext cx="4319510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Step Definitions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2246" y="7844013"/>
            <a:ext cx="4600634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Collaboration Benefits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2246" y="4478169"/>
            <a:ext cx="6862159" cy="97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3"/>
              </a:lnSpc>
            </a:pPr>
            <a:r>
              <a:rPr lang="en-US" sz="2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Scenarios written in plain English using Given/When/Then syntax, making test cases readable by all stakeholders including non-technical team members.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2246" y="2561384"/>
            <a:ext cx="6862159" cy="88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3"/>
              </a:lnSpc>
            </a:pPr>
            <a:r>
              <a:rPr lang="en-US" sz="18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Behavior-driven development bridges communication between testers, developers, and business analysts by expressing test scenarios in natural language Gherkin syntax.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2246" y="6475909"/>
            <a:ext cx="6862159" cy="97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3"/>
              </a:lnSpc>
            </a:pPr>
            <a:r>
              <a:rPr lang="en-US" sz="2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Java-based step definitions bind Gherkin steps to Selenium WebDriver actions, enabling automated execution of human-readable test scenarios.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272" y="3655301"/>
            <a:ext cx="4089544" cy="5749290"/>
            <a:chOff x="0" y="0"/>
            <a:chExt cx="1077081" cy="1514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7082" cy="1514216"/>
            </a:xfrm>
            <a:custGeom>
              <a:avLst/>
              <a:gdLst/>
              <a:ahLst/>
              <a:cxnLst/>
              <a:rect r="r" b="b" t="t" l="l"/>
              <a:pathLst>
                <a:path h="1514216" w="1077082">
                  <a:moveTo>
                    <a:pt x="66259" y="0"/>
                  </a:moveTo>
                  <a:lnTo>
                    <a:pt x="1010823" y="0"/>
                  </a:lnTo>
                  <a:cubicBezTo>
                    <a:pt x="1028396" y="0"/>
                    <a:pt x="1045249" y="6981"/>
                    <a:pt x="1057675" y="19407"/>
                  </a:cubicBezTo>
                  <a:cubicBezTo>
                    <a:pt x="1070101" y="31833"/>
                    <a:pt x="1077082" y="48686"/>
                    <a:pt x="1077082" y="66259"/>
                  </a:cubicBezTo>
                  <a:lnTo>
                    <a:pt x="1077082" y="1447958"/>
                  </a:lnTo>
                  <a:cubicBezTo>
                    <a:pt x="1077082" y="1465531"/>
                    <a:pt x="1070101" y="1482384"/>
                    <a:pt x="1057675" y="1494810"/>
                  </a:cubicBezTo>
                  <a:cubicBezTo>
                    <a:pt x="1045249" y="1507236"/>
                    <a:pt x="1028396" y="1514216"/>
                    <a:pt x="1010823" y="1514216"/>
                  </a:cubicBezTo>
                  <a:lnTo>
                    <a:pt x="66259" y="1514216"/>
                  </a:lnTo>
                  <a:cubicBezTo>
                    <a:pt x="48686" y="1514216"/>
                    <a:pt x="31833" y="1507236"/>
                    <a:pt x="19407" y="1494810"/>
                  </a:cubicBezTo>
                  <a:cubicBezTo>
                    <a:pt x="6981" y="1482384"/>
                    <a:pt x="0" y="1465531"/>
                    <a:pt x="0" y="1447958"/>
                  </a:cubicBezTo>
                  <a:lnTo>
                    <a:pt x="0" y="66259"/>
                  </a:lnTo>
                  <a:cubicBezTo>
                    <a:pt x="0" y="48686"/>
                    <a:pt x="6981" y="31833"/>
                    <a:pt x="19407" y="19407"/>
                  </a:cubicBezTo>
                  <a:cubicBezTo>
                    <a:pt x="31833" y="6981"/>
                    <a:pt x="48686" y="0"/>
                    <a:pt x="6625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77081" cy="158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51369" y="3681738"/>
            <a:ext cx="4037562" cy="5696415"/>
            <a:chOff x="0" y="0"/>
            <a:chExt cx="1063391" cy="1500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3391" cy="1500290"/>
            </a:xfrm>
            <a:custGeom>
              <a:avLst/>
              <a:gdLst/>
              <a:ahLst/>
              <a:cxnLst/>
              <a:rect r="r" b="b" t="t" l="l"/>
              <a:pathLst>
                <a:path h="1500290" w="1063391">
                  <a:moveTo>
                    <a:pt x="67112" y="0"/>
                  </a:moveTo>
                  <a:lnTo>
                    <a:pt x="996279" y="0"/>
                  </a:lnTo>
                  <a:cubicBezTo>
                    <a:pt x="1033344" y="0"/>
                    <a:pt x="1063391" y="30047"/>
                    <a:pt x="1063391" y="67112"/>
                  </a:cubicBezTo>
                  <a:lnTo>
                    <a:pt x="1063391" y="1433179"/>
                  </a:lnTo>
                  <a:cubicBezTo>
                    <a:pt x="1063391" y="1470243"/>
                    <a:pt x="1033344" y="1500290"/>
                    <a:pt x="996279" y="1500290"/>
                  </a:cubicBezTo>
                  <a:lnTo>
                    <a:pt x="67112" y="1500290"/>
                  </a:lnTo>
                  <a:cubicBezTo>
                    <a:pt x="30047" y="1500290"/>
                    <a:pt x="0" y="1470243"/>
                    <a:pt x="0" y="1433179"/>
                  </a:cubicBezTo>
                  <a:lnTo>
                    <a:pt x="0" y="67112"/>
                  </a:lnTo>
                  <a:cubicBezTo>
                    <a:pt x="0" y="30047"/>
                    <a:pt x="30047" y="0"/>
                    <a:pt x="67112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63391" cy="1566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5446" y="2256703"/>
            <a:ext cx="2797196" cy="279719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4075" y="24075"/>
              <a:ext cx="764650" cy="764650"/>
            </a:xfrm>
            <a:custGeom>
              <a:avLst/>
              <a:gdLst/>
              <a:ahLst/>
              <a:cxnLst/>
              <a:rect r="r" b="b" t="t" l="l"/>
              <a:pathLst>
                <a:path h="764650" w="764650">
                  <a:moveTo>
                    <a:pt x="423424" y="17024"/>
                  </a:moveTo>
                  <a:lnTo>
                    <a:pt x="747626" y="341226"/>
                  </a:lnTo>
                  <a:cubicBezTo>
                    <a:pt x="758526" y="352126"/>
                    <a:pt x="764650" y="366910"/>
                    <a:pt x="764650" y="382325"/>
                  </a:cubicBezTo>
                  <a:cubicBezTo>
                    <a:pt x="764650" y="397740"/>
                    <a:pt x="758526" y="412524"/>
                    <a:pt x="747626" y="423424"/>
                  </a:cubicBezTo>
                  <a:lnTo>
                    <a:pt x="423424" y="747626"/>
                  </a:lnTo>
                  <a:cubicBezTo>
                    <a:pt x="412524" y="758526"/>
                    <a:pt x="397740" y="764650"/>
                    <a:pt x="382325" y="764650"/>
                  </a:cubicBezTo>
                  <a:cubicBezTo>
                    <a:pt x="366910" y="764650"/>
                    <a:pt x="352126" y="758526"/>
                    <a:pt x="341226" y="747626"/>
                  </a:cubicBezTo>
                  <a:lnTo>
                    <a:pt x="17024" y="423424"/>
                  </a:lnTo>
                  <a:cubicBezTo>
                    <a:pt x="6124" y="412524"/>
                    <a:pt x="0" y="397740"/>
                    <a:pt x="0" y="382325"/>
                  </a:cubicBezTo>
                  <a:cubicBezTo>
                    <a:pt x="0" y="366910"/>
                    <a:pt x="6124" y="352126"/>
                    <a:pt x="17024" y="341226"/>
                  </a:cubicBezTo>
                  <a:lnTo>
                    <a:pt x="341226" y="17024"/>
                  </a:lnTo>
                  <a:cubicBezTo>
                    <a:pt x="352126" y="6124"/>
                    <a:pt x="366910" y="0"/>
                    <a:pt x="382325" y="0"/>
                  </a:cubicBezTo>
                  <a:cubicBezTo>
                    <a:pt x="397740" y="0"/>
                    <a:pt x="412524" y="6124"/>
                    <a:pt x="423424" y="17024"/>
                  </a:cubicBezTo>
                  <a:close/>
                </a:path>
              </a:pathLst>
            </a:custGeom>
            <a:blipFill>
              <a:blip r:embed="rId2"/>
              <a:stretch>
                <a:fillRect l="-3148" t="-3148" r="-3148" b="-3148"/>
              </a:stretch>
            </a:blipFill>
            <a:ln w="38100" cap="rnd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154704" y="2256703"/>
            <a:ext cx="2797196" cy="279719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4075" y="24075"/>
              <a:ext cx="764650" cy="764650"/>
            </a:xfrm>
            <a:custGeom>
              <a:avLst/>
              <a:gdLst/>
              <a:ahLst/>
              <a:cxnLst/>
              <a:rect r="r" b="b" t="t" l="l"/>
              <a:pathLst>
                <a:path h="764650" w="764650">
                  <a:moveTo>
                    <a:pt x="423424" y="17024"/>
                  </a:moveTo>
                  <a:lnTo>
                    <a:pt x="747626" y="341226"/>
                  </a:lnTo>
                  <a:cubicBezTo>
                    <a:pt x="758526" y="352126"/>
                    <a:pt x="764650" y="366910"/>
                    <a:pt x="764650" y="382325"/>
                  </a:cubicBezTo>
                  <a:cubicBezTo>
                    <a:pt x="764650" y="397740"/>
                    <a:pt x="758526" y="412524"/>
                    <a:pt x="747626" y="423424"/>
                  </a:cubicBezTo>
                  <a:lnTo>
                    <a:pt x="423424" y="747626"/>
                  </a:lnTo>
                  <a:cubicBezTo>
                    <a:pt x="412524" y="758526"/>
                    <a:pt x="397740" y="764650"/>
                    <a:pt x="382325" y="764650"/>
                  </a:cubicBezTo>
                  <a:cubicBezTo>
                    <a:pt x="366910" y="764650"/>
                    <a:pt x="352126" y="758526"/>
                    <a:pt x="341226" y="747626"/>
                  </a:cubicBezTo>
                  <a:lnTo>
                    <a:pt x="17024" y="423424"/>
                  </a:lnTo>
                  <a:cubicBezTo>
                    <a:pt x="6124" y="412524"/>
                    <a:pt x="0" y="397740"/>
                    <a:pt x="0" y="382325"/>
                  </a:cubicBezTo>
                  <a:cubicBezTo>
                    <a:pt x="0" y="366910"/>
                    <a:pt x="6124" y="352126"/>
                    <a:pt x="17024" y="341226"/>
                  </a:cubicBezTo>
                  <a:lnTo>
                    <a:pt x="341226" y="17024"/>
                  </a:lnTo>
                  <a:cubicBezTo>
                    <a:pt x="352126" y="6124"/>
                    <a:pt x="366910" y="0"/>
                    <a:pt x="382325" y="0"/>
                  </a:cubicBezTo>
                  <a:cubicBezTo>
                    <a:pt x="397740" y="0"/>
                    <a:pt x="412524" y="6124"/>
                    <a:pt x="423424" y="17024"/>
                  </a:cubicBezTo>
                  <a:close/>
                </a:path>
              </a:pathLst>
            </a:custGeom>
            <a:blipFill>
              <a:blip r:embed="rId3"/>
              <a:stretch>
                <a:fillRect l="-3148" t="-3148" r="-3148" b="-3148"/>
              </a:stretch>
            </a:blipFill>
            <a:ln w="38100" cap="rnd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-406915" y="9404591"/>
            <a:ext cx="19101829" cy="1243289"/>
            <a:chOff x="0" y="0"/>
            <a:chExt cx="5030934" cy="327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30934" cy="327450"/>
            </a:xfrm>
            <a:custGeom>
              <a:avLst/>
              <a:gdLst/>
              <a:ahLst/>
              <a:cxnLst/>
              <a:rect r="r" b="b" t="t" l="l"/>
              <a:pathLst>
                <a:path h="327450" w="5030934">
                  <a:moveTo>
                    <a:pt x="0" y="0"/>
                  </a:moveTo>
                  <a:lnTo>
                    <a:pt x="5030934" y="0"/>
                  </a:lnTo>
                  <a:lnTo>
                    <a:pt x="5030934" y="327450"/>
                  </a:lnTo>
                  <a:lnTo>
                    <a:pt x="0" y="327450"/>
                  </a:ln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100000"/>
                  </a:srgbClr>
                </a:gs>
                <a:gs pos="100000">
                  <a:srgbClr val="0328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030934" cy="39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50170" y="-717678"/>
            <a:ext cx="4875659" cy="48756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4993" y="24993"/>
              <a:ext cx="762813" cy="762813"/>
            </a:xfrm>
            <a:custGeom>
              <a:avLst/>
              <a:gdLst/>
              <a:ahLst/>
              <a:cxnLst/>
              <a:rect r="r" b="b" t="t" l="l"/>
              <a:pathLst>
                <a:path h="762813" w="762813">
                  <a:moveTo>
                    <a:pt x="424073" y="17673"/>
                  </a:moveTo>
                  <a:lnTo>
                    <a:pt x="745141" y="338741"/>
                  </a:lnTo>
                  <a:cubicBezTo>
                    <a:pt x="768705" y="362305"/>
                    <a:pt x="768705" y="400509"/>
                    <a:pt x="745141" y="424073"/>
                  </a:cubicBezTo>
                  <a:lnTo>
                    <a:pt x="424073" y="745141"/>
                  </a:lnTo>
                  <a:cubicBezTo>
                    <a:pt x="400509" y="768705"/>
                    <a:pt x="362305" y="768705"/>
                    <a:pt x="338741" y="745141"/>
                  </a:cubicBezTo>
                  <a:lnTo>
                    <a:pt x="17673" y="424073"/>
                  </a:lnTo>
                  <a:cubicBezTo>
                    <a:pt x="-5891" y="400509"/>
                    <a:pt x="-5891" y="362305"/>
                    <a:pt x="17673" y="338741"/>
                  </a:cubicBezTo>
                  <a:lnTo>
                    <a:pt x="338741" y="17673"/>
                  </a:lnTo>
                  <a:cubicBezTo>
                    <a:pt x="362305" y="-5891"/>
                    <a:pt x="400509" y="-5891"/>
                    <a:pt x="424073" y="1767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77265" y="-1760364"/>
            <a:ext cx="3279921" cy="327992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7153" y="37153"/>
              <a:ext cx="738494" cy="738494"/>
            </a:xfrm>
            <a:custGeom>
              <a:avLst/>
              <a:gdLst/>
              <a:ahLst/>
              <a:cxnLst/>
              <a:rect r="r" b="b" t="t" l="l"/>
              <a:pathLst>
                <a:path h="738494" w="738494">
                  <a:moveTo>
                    <a:pt x="432671" y="26271"/>
                  </a:moveTo>
                  <a:lnTo>
                    <a:pt x="712223" y="305823"/>
                  </a:lnTo>
                  <a:cubicBezTo>
                    <a:pt x="729044" y="322644"/>
                    <a:pt x="738494" y="345458"/>
                    <a:pt x="738494" y="369247"/>
                  </a:cubicBezTo>
                  <a:cubicBezTo>
                    <a:pt x="738494" y="393036"/>
                    <a:pt x="729044" y="415850"/>
                    <a:pt x="712223" y="432671"/>
                  </a:cubicBezTo>
                  <a:lnTo>
                    <a:pt x="432671" y="712223"/>
                  </a:lnTo>
                  <a:cubicBezTo>
                    <a:pt x="415850" y="729044"/>
                    <a:pt x="393036" y="738494"/>
                    <a:pt x="369247" y="738494"/>
                  </a:cubicBezTo>
                  <a:cubicBezTo>
                    <a:pt x="345458" y="738494"/>
                    <a:pt x="322644" y="729044"/>
                    <a:pt x="305823" y="712223"/>
                  </a:cubicBezTo>
                  <a:lnTo>
                    <a:pt x="26271" y="432671"/>
                  </a:lnTo>
                  <a:cubicBezTo>
                    <a:pt x="9450" y="415850"/>
                    <a:pt x="0" y="393036"/>
                    <a:pt x="0" y="369247"/>
                  </a:cubicBezTo>
                  <a:cubicBezTo>
                    <a:pt x="0" y="345458"/>
                    <a:pt x="9450" y="322644"/>
                    <a:pt x="26271" y="305823"/>
                  </a:cubicBezTo>
                  <a:lnTo>
                    <a:pt x="305823" y="26271"/>
                  </a:lnTo>
                  <a:cubicBezTo>
                    <a:pt x="322644" y="9450"/>
                    <a:pt x="345458" y="0"/>
                    <a:pt x="369247" y="0"/>
                  </a:cubicBezTo>
                  <a:cubicBezTo>
                    <a:pt x="393036" y="0"/>
                    <a:pt x="415850" y="9450"/>
                    <a:pt x="432671" y="262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352851" y="-214997"/>
            <a:ext cx="3870297" cy="387029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5743" y="15743"/>
              <a:ext cx="781314" cy="781314"/>
            </a:xfrm>
            <a:custGeom>
              <a:avLst/>
              <a:gdLst/>
              <a:ahLst/>
              <a:cxnLst/>
              <a:rect r="r" b="b" t="t" l="l"/>
              <a:pathLst>
                <a:path h="781314" w="781314">
                  <a:moveTo>
                    <a:pt x="417532" y="11132"/>
                  </a:moveTo>
                  <a:lnTo>
                    <a:pt x="770182" y="363782"/>
                  </a:lnTo>
                  <a:cubicBezTo>
                    <a:pt x="777310" y="370910"/>
                    <a:pt x="781314" y="380577"/>
                    <a:pt x="781314" y="390657"/>
                  </a:cubicBezTo>
                  <a:cubicBezTo>
                    <a:pt x="781314" y="400737"/>
                    <a:pt x="777310" y="410404"/>
                    <a:pt x="770182" y="417532"/>
                  </a:cubicBezTo>
                  <a:lnTo>
                    <a:pt x="417532" y="770182"/>
                  </a:lnTo>
                  <a:cubicBezTo>
                    <a:pt x="410404" y="777310"/>
                    <a:pt x="400737" y="781314"/>
                    <a:pt x="390657" y="781314"/>
                  </a:cubicBezTo>
                  <a:cubicBezTo>
                    <a:pt x="380577" y="781314"/>
                    <a:pt x="370910" y="777310"/>
                    <a:pt x="363782" y="770182"/>
                  </a:cubicBezTo>
                  <a:lnTo>
                    <a:pt x="11132" y="417532"/>
                  </a:lnTo>
                  <a:cubicBezTo>
                    <a:pt x="4004" y="410404"/>
                    <a:pt x="0" y="400737"/>
                    <a:pt x="0" y="390657"/>
                  </a:cubicBezTo>
                  <a:cubicBezTo>
                    <a:pt x="0" y="380577"/>
                    <a:pt x="4004" y="370910"/>
                    <a:pt x="11132" y="363782"/>
                  </a:cubicBezTo>
                  <a:lnTo>
                    <a:pt x="363782" y="11132"/>
                  </a:lnTo>
                  <a:cubicBezTo>
                    <a:pt x="370910" y="4004"/>
                    <a:pt x="380577" y="0"/>
                    <a:pt x="390657" y="0"/>
                  </a:cubicBezTo>
                  <a:cubicBezTo>
                    <a:pt x="400737" y="0"/>
                    <a:pt x="410404" y="4004"/>
                    <a:pt x="417532" y="11132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15425" y="-1422204"/>
            <a:ext cx="2603600" cy="26036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3402" y="23402"/>
              <a:ext cx="765996" cy="765996"/>
            </a:xfrm>
            <a:custGeom>
              <a:avLst/>
              <a:gdLst/>
              <a:ahLst/>
              <a:cxnLst/>
              <a:rect r="r" b="b" t="t" l="l"/>
              <a:pathLst>
                <a:path h="765996" w="765996">
                  <a:moveTo>
                    <a:pt x="422948" y="16548"/>
                  </a:moveTo>
                  <a:lnTo>
                    <a:pt x="749448" y="343048"/>
                  </a:lnTo>
                  <a:cubicBezTo>
                    <a:pt x="760044" y="353644"/>
                    <a:pt x="765996" y="368014"/>
                    <a:pt x="765996" y="382998"/>
                  </a:cubicBezTo>
                  <a:cubicBezTo>
                    <a:pt x="765996" y="397982"/>
                    <a:pt x="760044" y="412352"/>
                    <a:pt x="749448" y="422948"/>
                  </a:cubicBezTo>
                  <a:lnTo>
                    <a:pt x="422948" y="749448"/>
                  </a:lnTo>
                  <a:cubicBezTo>
                    <a:pt x="412352" y="760044"/>
                    <a:pt x="397982" y="765996"/>
                    <a:pt x="382998" y="765996"/>
                  </a:cubicBezTo>
                  <a:cubicBezTo>
                    <a:pt x="368014" y="765996"/>
                    <a:pt x="353644" y="760044"/>
                    <a:pt x="343048" y="749448"/>
                  </a:cubicBezTo>
                  <a:lnTo>
                    <a:pt x="16548" y="422948"/>
                  </a:lnTo>
                  <a:cubicBezTo>
                    <a:pt x="5952" y="412352"/>
                    <a:pt x="0" y="397982"/>
                    <a:pt x="0" y="382998"/>
                  </a:cubicBezTo>
                  <a:cubicBezTo>
                    <a:pt x="0" y="368014"/>
                    <a:pt x="5952" y="353644"/>
                    <a:pt x="16548" y="343048"/>
                  </a:cubicBezTo>
                  <a:lnTo>
                    <a:pt x="343048" y="16548"/>
                  </a:lnTo>
                  <a:cubicBezTo>
                    <a:pt x="353644" y="5952"/>
                    <a:pt x="368014" y="0"/>
                    <a:pt x="382998" y="0"/>
                  </a:cubicBezTo>
                  <a:cubicBezTo>
                    <a:pt x="397982" y="0"/>
                    <a:pt x="412352" y="5952"/>
                    <a:pt x="422948" y="16548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743027" y="4283101"/>
            <a:ext cx="8461360" cy="4493689"/>
          </a:xfrm>
          <a:custGeom>
            <a:avLst/>
            <a:gdLst/>
            <a:ahLst/>
            <a:cxnLst/>
            <a:rect r="r" b="b" t="t" l="l"/>
            <a:pathLst>
              <a:path h="4493689" w="8461360">
                <a:moveTo>
                  <a:pt x="0" y="0"/>
                </a:moveTo>
                <a:lnTo>
                  <a:pt x="8461360" y="0"/>
                </a:lnTo>
                <a:lnTo>
                  <a:pt x="8461360" y="4493689"/>
                </a:lnTo>
                <a:lnTo>
                  <a:pt x="0" y="4493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59272" y="5191914"/>
            <a:ext cx="3735330" cy="8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0"/>
              </a:lnSpc>
            </a:pPr>
            <a:r>
              <a:rPr lang="en-US" b="true" sz="245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 Grouping &amp; Prioritization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98463" y="5267027"/>
            <a:ext cx="4109677" cy="7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3"/>
              </a:lnSpc>
            </a:pPr>
            <a:r>
              <a:rPr lang="en-US" b="true" sz="244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Parameterization &amp; Data-Driven Testing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9139" y="6444538"/>
            <a:ext cx="3489809" cy="212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6"/>
              </a:lnSpc>
            </a:pPr>
            <a:r>
              <a:rPr lang="en-US" sz="224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Organize tests into logical groups and assign priorities to control execution order, ensuring critical test cases run first and results are structured efficiently.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43975" y="6444538"/>
            <a:ext cx="3652350" cy="20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9"/>
              </a:lnSpc>
            </a:pPr>
            <a:r>
              <a:rPr lang="en-US" sz="216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@Parameters and DataProvider annotations to run the same test with multiple data sets, increasing coverage without duplicating test scripts.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5286" y="690224"/>
            <a:ext cx="98400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TestNG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Framework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97300" y="6954738"/>
            <a:ext cx="6781401" cy="67814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97300" y="-1259805"/>
            <a:ext cx="6781401" cy="67814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96463" y="7653807"/>
            <a:ext cx="5383075" cy="538307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96463" y="-560736"/>
            <a:ext cx="5383075" cy="53830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39020" y="4026744"/>
            <a:ext cx="9553377" cy="5099094"/>
          </a:xfrm>
          <a:custGeom>
            <a:avLst/>
            <a:gdLst/>
            <a:ahLst/>
            <a:cxnLst/>
            <a:rect r="r" b="b" t="t" l="l"/>
            <a:pathLst>
              <a:path h="5099094" w="9553377">
                <a:moveTo>
                  <a:pt x="0" y="0"/>
                </a:moveTo>
                <a:lnTo>
                  <a:pt x="9553377" y="0"/>
                </a:lnTo>
                <a:lnTo>
                  <a:pt x="9553377" y="5099093"/>
                </a:lnTo>
                <a:lnTo>
                  <a:pt x="0" y="5099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86714" y="2194513"/>
            <a:ext cx="9812595" cy="135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6"/>
              </a:lnSpc>
            </a:pPr>
            <a:r>
              <a:rPr lang="en-US" b="true" sz="49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EXTENT REPORTS FOR TEST REPORTING AND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6714" y="9014290"/>
            <a:ext cx="6862159" cy="93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9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Captured screenshots on failure and detailed execution logs provide actionable insights, supporting faster debugging and continuous quality improvement.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714" y="4888775"/>
            <a:ext cx="4600634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Interactive HTML Reports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6714" y="6699898"/>
            <a:ext cx="4319510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Pass, Fail &amp; Skip Visualization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6714" y="8412908"/>
            <a:ext cx="4600634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Logs, Screenshots &amp; Analytics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6714" y="5493021"/>
            <a:ext cx="6862159" cy="93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9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Rich, interactive HTML dashboards display detailed test logs, embedded screenshots, and step-by-step execution results for every test run.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6714" y="3764935"/>
            <a:ext cx="6862159" cy="84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5"/>
              </a:lnSpc>
            </a:pPr>
            <a:r>
              <a:rPr lang="en-US" sz="17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Extent Reports integrate seamlessly with TestNG and Selenium, generating comprehensive analytics dashboards after each JPetStore test suite execution.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6714" y="7301280"/>
            <a:ext cx="6862159" cy="93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9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Color-coded charts and summary statistics clearly visualize passed, failed, and skipped test counts, enabling quick identification of failures.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6714" y="2418586"/>
            <a:ext cx="9735160" cy="135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6"/>
              </a:lnSpc>
            </a:pPr>
            <a:r>
              <a:rPr lang="en-US" b="true" sz="49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AND KEY TAKEAWAYS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98962" y="2106474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404" y="7404"/>
              <a:ext cx="797993" cy="797993"/>
            </a:xfrm>
            <a:custGeom>
              <a:avLst/>
              <a:gdLst/>
              <a:ahLst/>
              <a:cxnLst/>
              <a:rect r="r" b="b" t="t" l="l"/>
              <a:pathLst>
                <a:path h="797993" w="797993">
                  <a:moveTo>
                    <a:pt x="411635" y="5235"/>
                  </a:moveTo>
                  <a:lnTo>
                    <a:pt x="792757" y="386357"/>
                  </a:lnTo>
                  <a:cubicBezTo>
                    <a:pt x="799737" y="393337"/>
                    <a:pt x="799737" y="404655"/>
                    <a:pt x="792757" y="411635"/>
                  </a:cubicBezTo>
                  <a:lnTo>
                    <a:pt x="411635" y="792757"/>
                  </a:lnTo>
                  <a:cubicBezTo>
                    <a:pt x="404655" y="799737"/>
                    <a:pt x="393337" y="799737"/>
                    <a:pt x="386357" y="792757"/>
                  </a:cubicBezTo>
                  <a:lnTo>
                    <a:pt x="5235" y="411635"/>
                  </a:lnTo>
                  <a:cubicBezTo>
                    <a:pt x="-1745" y="404655"/>
                    <a:pt x="-1745" y="393337"/>
                    <a:pt x="5235" y="386357"/>
                  </a:cubicBezTo>
                  <a:lnTo>
                    <a:pt x="386357" y="5235"/>
                  </a:lnTo>
                  <a:cubicBezTo>
                    <a:pt x="393337" y="-1745"/>
                    <a:pt x="404655" y="-1745"/>
                    <a:pt x="411635" y="5235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12062" y="2793424"/>
            <a:ext cx="6803401" cy="680340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128" y="6128"/>
              <a:ext cx="800545" cy="800545"/>
            </a:xfrm>
            <a:custGeom>
              <a:avLst/>
              <a:gdLst/>
              <a:ahLst/>
              <a:cxnLst/>
              <a:rect r="r" b="b" t="t" l="l"/>
              <a:pathLst>
                <a:path h="800545" w="800545">
                  <a:moveTo>
                    <a:pt x="410732" y="4332"/>
                  </a:moveTo>
                  <a:lnTo>
                    <a:pt x="796212" y="389812"/>
                  </a:lnTo>
                  <a:cubicBezTo>
                    <a:pt x="798986" y="392586"/>
                    <a:pt x="800544" y="396349"/>
                    <a:pt x="800544" y="400272"/>
                  </a:cubicBezTo>
                  <a:cubicBezTo>
                    <a:pt x="800544" y="404195"/>
                    <a:pt x="798986" y="407958"/>
                    <a:pt x="796212" y="410732"/>
                  </a:cubicBezTo>
                  <a:lnTo>
                    <a:pt x="410732" y="796212"/>
                  </a:lnTo>
                  <a:cubicBezTo>
                    <a:pt x="407958" y="798986"/>
                    <a:pt x="404195" y="800544"/>
                    <a:pt x="400272" y="800544"/>
                  </a:cubicBezTo>
                  <a:cubicBezTo>
                    <a:pt x="396349" y="800544"/>
                    <a:pt x="392586" y="798986"/>
                    <a:pt x="389812" y="796212"/>
                  </a:cubicBezTo>
                  <a:lnTo>
                    <a:pt x="4332" y="410732"/>
                  </a:lnTo>
                  <a:cubicBezTo>
                    <a:pt x="1558" y="407958"/>
                    <a:pt x="0" y="404195"/>
                    <a:pt x="0" y="400272"/>
                  </a:cubicBezTo>
                  <a:cubicBezTo>
                    <a:pt x="0" y="396349"/>
                    <a:pt x="1558" y="392586"/>
                    <a:pt x="4332" y="389812"/>
                  </a:cubicBezTo>
                  <a:lnTo>
                    <a:pt x="389812" y="4332"/>
                  </a:lnTo>
                  <a:cubicBezTo>
                    <a:pt x="392586" y="1558"/>
                    <a:pt x="396349" y="0"/>
                    <a:pt x="400272" y="0"/>
                  </a:cubicBezTo>
                  <a:cubicBezTo>
                    <a:pt x="404195" y="0"/>
                    <a:pt x="407958" y="1558"/>
                    <a:pt x="410732" y="4332"/>
                  </a:cubicBezTo>
                  <a:close/>
                </a:path>
              </a:pathLst>
            </a:custGeom>
            <a:blipFill>
              <a:blip r:embed="rId2"/>
              <a:stretch>
                <a:fillRect l="-765" t="-765" r="-765" b="-765"/>
              </a:stretch>
            </a:blipFill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86714" y="7910343"/>
            <a:ext cx="6862159" cy="93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sz="19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Expand the test suite to cover edge cases, integrate CI/CD pipeline for continuous testing, and adopt parallel execution for faster feedback cycles.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945281" y="6954738"/>
            <a:ext cx="6781401" cy="67814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897300" y="6954738"/>
            <a:ext cx="6781401" cy="67814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97300" y="-1259805"/>
            <a:ext cx="6781401" cy="678140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7970" y="17970"/>
              <a:ext cx="776861" cy="776861"/>
            </a:xfrm>
            <a:custGeom>
              <a:avLst/>
              <a:gdLst/>
              <a:ahLst/>
              <a:cxnLst/>
              <a:rect r="r" b="b" t="t" l="l"/>
              <a:pathLst>
                <a:path h="776861" w="776861">
                  <a:moveTo>
                    <a:pt x="419106" y="12706"/>
                  </a:moveTo>
                  <a:lnTo>
                    <a:pt x="764154" y="357754"/>
                  </a:lnTo>
                  <a:cubicBezTo>
                    <a:pt x="781096" y="374696"/>
                    <a:pt x="781096" y="402164"/>
                    <a:pt x="764154" y="419106"/>
                  </a:cubicBezTo>
                  <a:lnTo>
                    <a:pt x="419106" y="764154"/>
                  </a:lnTo>
                  <a:cubicBezTo>
                    <a:pt x="402164" y="781096"/>
                    <a:pt x="374696" y="781096"/>
                    <a:pt x="357754" y="764154"/>
                  </a:cubicBezTo>
                  <a:lnTo>
                    <a:pt x="12706" y="419106"/>
                  </a:lnTo>
                  <a:cubicBezTo>
                    <a:pt x="-4236" y="402164"/>
                    <a:pt x="-4236" y="374696"/>
                    <a:pt x="12706" y="357754"/>
                  </a:cubicBezTo>
                  <a:lnTo>
                    <a:pt x="357754" y="12706"/>
                  </a:lnTo>
                  <a:cubicBezTo>
                    <a:pt x="374696" y="-4236"/>
                    <a:pt x="402164" y="-4236"/>
                    <a:pt x="419106" y="127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73A7">
                    <a:alpha val="60000"/>
                  </a:srgbClr>
                </a:gs>
                <a:gs pos="100000">
                  <a:srgbClr val="C8C3FF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44444" y="7653807"/>
            <a:ext cx="5383075" cy="538307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596463" y="7653807"/>
            <a:ext cx="5383075" cy="538307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96463" y="-560736"/>
            <a:ext cx="5383075" cy="538307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319" y="11319"/>
              <a:ext cx="790163" cy="790163"/>
            </a:xfrm>
            <a:custGeom>
              <a:avLst/>
              <a:gdLst/>
              <a:ahLst/>
              <a:cxnLst/>
              <a:rect r="r" b="b" t="t" l="l"/>
              <a:pathLst>
                <a:path h="790163" w="790163">
                  <a:moveTo>
                    <a:pt x="414403" y="8003"/>
                  </a:moveTo>
                  <a:lnTo>
                    <a:pt x="782159" y="375759"/>
                  </a:lnTo>
                  <a:cubicBezTo>
                    <a:pt x="787283" y="380883"/>
                    <a:pt x="790162" y="387834"/>
                    <a:pt x="790162" y="395081"/>
                  </a:cubicBezTo>
                  <a:cubicBezTo>
                    <a:pt x="790162" y="402328"/>
                    <a:pt x="787283" y="409279"/>
                    <a:pt x="782159" y="414403"/>
                  </a:cubicBezTo>
                  <a:lnTo>
                    <a:pt x="414403" y="782159"/>
                  </a:lnTo>
                  <a:cubicBezTo>
                    <a:pt x="409279" y="787283"/>
                    <a:pt x="402328" y="790162"/>
                    <a:pt x="395081" y="790162"/>
                  </a:cubicBezTo>
                  <a:cubicBezTo>
                    <a:pt x="387834" y="790162"/>
                    <a:pt x="380883" y="787283"/>
                    <a:pt x="375759" y="782159"/>
                  </a:cubicBezTo>
                  <a:lnTo>
                    <a:pt x="8003" y="414403"/>
                  </a:lnTo>
                  <a:cubicBezTo>
                    <a:pt x="2879" y="409279"/>
                    <a:pt x="0" y="402328"/>
                    <a:pt x="0" y="395081"/>
                  </a:cubicBezTo>
                  <a:cubicBezTo>
                    <a:pt x="0" y="387834"/>
                    <a:pt x="2879" y="380883"/>
                    <a:pt x="8003" y="375759"/>
                  </a:cubicBezTo>
                  <a:lnTo>
                    <a:pt x="375759" y="8003"/>
                  </a:lnTo>
                  <a:cubicBezTo>
                    <a:pt x="380883" y="2879"/>
                    <a:pt x="387834" y="0"/>
                    <a:pt x="395081" y="0"/>
                  </a:cubicBezTo>
                  <a:cubicBezTo>
                    <a:pt x="402328" y="0"/>
                    <a:pt x="409279" y="2879"/>
                    <a:pt x="414403" y="8003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82BBFF">
                      <a:alpha val="100000"/>
                    </a:srgbClr>
                  </a:gs>
                  <a:gs pos="50000">
                    <a:srgbClr val="0273A7">
                      <a:alpha val="100000"/>
                    </a:srgbClr>
                  </a:gs>
                  <a:gs pos="100000">
                    <a:srgbClr val="03285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27250" y="9217038"/>
            <a:ext cx="2109924" cy="759573"/>
          </a:xfrm>
          <a:custGeom>
            <a:avLst/>
            <a:gdLst/>
            <a:ahLst/>
            <a:cxnLst/>
            <a:rect r="r" b="b" t="t" l="l"/>
            <a:pathLst>
              <a:path h="759573" w="2109924">
                <a:moveTo>
                  <a:pt x="0" y="0"/>
                </a:moveTo>
                <a:lnTo>
                  <a:pt x="2109924" y="0"/>
                </a:lnTo>
                <a:lnTo>
                  <a:pt x="2109924" y="759573"/>
                </a:lnTo>
                <a:lnTo>
                  <a:pt x="0" y="759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86714" y="4134122"/>
            <a:ext cx="4300919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FASTER &amp; RELIABLE TESTING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6714" y="5846627"/>
            <a:ext cx="5198015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ENHANCED COVERAGE WITH BDD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6714" y="7509633"/>
            <a:ext cx="5198015" cy="39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 &amp; NEXT STEPS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86714" y="4734933"/>
            <a:ext cx="6862159" cy="93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sz="19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Achieved faster, reliable, and repeatable testing for JPetStore through Selenium automation, reducing manual effort and minimizing human error.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6714" y="6422974"/>
            <a:ext cx="6862159" cy="93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sz="193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Improved test coverage using a modular framework and BDD approach with Cucumber, enabling better collaboration and clearer test scenarios.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273A7">
                <a:alpha val="100000"/>
              </a:srgbClr>
            </a:gs>
            <a:gs pos="100000">
              <a:srgbClr val="0328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82988" y="3828083"/>
            <a:ext cx="10322025" cy="23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8"/>
              </a:lnSpc>
            </a:pPr>
            <a:r>
              <a:rPr lang="en-US" b="true" sz="13798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C304C4C241E94AA2C692D308841D87" ma:contentTypeVersion="3" ma:contentTypeDescription="Create a new document." ma:contentTypeScope="" ma:versionID="8186db74cd9703f132eae30c725b0f02">
  <xsd:schema xmlns:xsd="http://www.w3.org/2001/XMLSchema" xmlns:xs="http://www.w3.org/2001/XMLSchema" xmlns:p="http://schemas.microsoft.com/office/2006/metadata/properties" xmlns:ns2="1285d9d6-b374-462c-acb8-c2807b6ade48" targetNamespace="http://schemas.microsoft.com/office/2006/metadata/properties" ma:root="true" ma:fieldsID="6870cd38f914ba09349701bc9f0e6116" ns2:_="">
    <xsd:import namespace="1285d9d6-b374-462c-acb8-c2807b6ad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5d9d6-b374-462c-acb8-c2807b6ade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6FF27D-A72C-486E-B4D9-052FFD9FB915}"/>
</file>

<file path=customXml/itemProps2.xml><?xml version="1.0" encoding="utf-8"?>
<ds:datastoreItem xmlns:ds="http://schemas.openxmlformats.org/officeDocument/2006/customXml" ds:itemID="{2C65A551-FE07-48C7-B165-97806D1270CC}"/>
</file>

<file path=customXml/itemProps3.xml><?xml version="1.0" encoding="utf-8"?>
<ds:datastoreItem xmlns:ds="http://schemas.openxmlformats.org/officeDocument/2006/customXml" ds:itemID="{D4A60941-5C28-4757-AFBB-D0408DAA432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Automation: JPetStore Tests</dc:title>
  <cp:revision>1</cp:revision>
  <dcterms:created xsi:type="dcterms:W3CDTF">2006-08-16T00:00:00Z</dcterms:created>
  <dcterms:modified xsi:type="dcterms:W3CDTF">2011-08-01T06:04:30Z</dcterms:modified>
  <dc:identifier>DAHOlv9hGp8</dc:identifie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0x01010079C304C4C241E94AA2C692D308841D87</vt:lpwstr>
  </property>
  <property fmtid="{D5CDD505-2E9C-101B-9397-08002B2CF9AE}" pid="3" name="MSIP_Label_a8c544ca-bb84-4280-906e-934547e1d30c_Enabled">
    <vt:lpwstr>True</vt:lpwstr>
  </property>
  <property fmtid="{D5CDD505-2E9C-101B-9397-08002B2CF9AE}" pid="4" name="MSIP_Label_a8c544ca-bb84-4280-906e-934547e1d30c_SiteId">
    <vt:lpwstr>258ac4e4-146a-411e-9dc8-79a9e12fd6da</vt:lpwstr>
  </property>
  <property fmtid="{D5CDD505-2E9C-101B-9397-08002B2CF9AE}" pid="5" name="MSIP_Label_a8c544ca-bb84-4280-906e-934547e1d30c_SetDate">
    <vt:lpwstr>2026-07-09T10:51:11Z</vt:lpwstr>
  </property>
  <property fmtid="{D5CDD505-2E9C-101B-9397-08002B2CF9AE}" pid="6" name="MSIP_Label_a8c544ca-bb84-4280-906e-934547e1d30c_Name">
    <vt:lpwstr>Internal - General Use</vt:lpwstr>
  </property>
  <property fmtid="{D5CDD505-2E9C-101B-9397-08002B2CF9AE}" pid="7" name="MSIP_Label_a8c544ca-bb84-4280-906e-934547e1d30c_ActionId">
    <vt:lpwstr>0b466e9a-2050-43ff-8cfa-c1c19ca24a8a</vt:lpwstr>
  </property>
  <property fmtid="{D5CDD505-2E9C-101B-9397-08002B2CF9AE}" pid="8" name="MSIP_Label_a8c544ca-bb84-4280-906e-934547e1d30c_Removed">
    <vt:lpwstr>False</vt:lpwstr>
  </property>
  <property fmtid="{D5CDD505-2E9C-101B-9397-08002B2CF9AE}" pid="9" name="MSIP_Label_a8c544ca-bb84-4280-906e-934547e1d30c_Extended_MSFT_Method">
    <vt:lpwstr>Standard</vt:lpwstr>
  </property>
  <property fmtid="{D5CDD505-2E9C-101B-9397-08002B2CF9AE}" pid="10" name="Sensitivity">
    <vt:lpwstr>Internal - General Use</vt:lpwstr>
  </property>
</Properties>
</file>